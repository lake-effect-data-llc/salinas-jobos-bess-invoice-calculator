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27"/>
  </p:notesMasterIdLst>
  <p:sldIdLst>
    <p:sldId id="2142535153" r:id="rId5"/>
    <p:sldId id="2142535235" r:id="rId6"/>
    <p:sldId id="2142535162" r:id="rId7"/>
    <p:sldId id="2142535176" r:id="rId8"/>
    <p:sldId id="2142535163" r:id="rId9"/>
    <p:sldId id="2142535165" r:id="rId10"/>
    <p:sldId id="2142535171" r:id="rId11"/>
    <p:sldId id="2142535240" r:id="rId12"/>
    <p:sldId id="2142535166" r:id="rId13"/>
    <p:sldId id="2142535167" r:id="rId14"/>
    <p:sldId id="2142535172" r:id="rId15"/>
    <p:sldId id="2142535243" r:id="rId16"/>
    <p:sldId id="2142535168" r:id="rId17"/>
    <p:sldId id="2142535169" r:id="rId18"/>
    <p:sldId id="2142535170" r:id="rId19"/>
    <p:sldId id="2142535242" r:id="rId20"/>
    <p:sldId id="2142535173" r:id="rId21"/>
    <p:sldId id="2142535164" r:id="rId22"/>
    <p:sldId id="2142535174" r:id="rId23"/>
    <p:sldId id="2142535244" r:id="rId24"/>
    <p:sldId id="2142535241" r:id="rId25"/>
    <p:sldId id="2142535175" r:id="rId26"/>
  </p:sldIdLst>
  <p:sldSz cx="12192000" cy="6858000"/>
  <p:notesSz cx="9296400" cy="701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758EA2A-9B56-1EB2-29A2-7FF941AD008D}" name="Engbloom, Ashley" initials="EA" userId="S::Ashley.Engbloom@atco.com::f546639f-2561-47f4-87a8-10a9c8ca088e" providerId="AD"/>
  <p188:author id="{CA4D444A-7979-5F86-3D79-888A65C9164A}" name="Joseph Lopez" initials="JL" userId="S::Joseph.Lopez@Lumapr.com::6b5810cd-af84-4059-94d6-00c5ca2c92d2" providerId="AD"/>
  <p188:author id="{76CA37D9-D20B-C17A-85B9-2339A085270C}" name="Joseph Wargel" initials="JW" userId="S::Joseph.Wargel@Lumapr.com::f5a2458e-360b-4833-be4c-d5adfc2aec4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urtado, Mario" initials="HM" lastIdx="5" clrIdx="0">
    <p:extLst>
      <p:ext uri="{19B8F6BF-5375-455C-9EA6-DF929625EA0E}">
        <p15:presenceInfo xmlns:p15="http://schemas.microsoft.com/office/powerpoint/2012/main" userId="S::mhurtado@quantaservices.com::2d10f774-9847-4f53-9e94-81403641926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36120"/>
    <a:srgbClr val="000000"/>
    <a:srgbClr val="0956DF"/>
    <a:srgbClr val="17214C"/>
    <a:srgbClr val="5B9BD5"/>
    <a:srgbClr val="031E4E"/>
    <a:srgbClr val="86C041"/>
    <a:srgbClr val="659130"/>
    <a:srgbClr val="031B45"/>
    <a:srgbClr val="1B27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01B1B3-2444-4866-8CAF-5E9BFEA27A4E}" v="51" dt="2026-05-28T14:00:50.06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l Bickings" userId="d6a469db-b7fe-4fc6-b8f3-4252c933197f" providerId="ADAL" clId="{0F1FB701-85D1-476E-9033-6EBCD51ABB9D}"/>
    <pc:docChg chg="undo custSel modSld sldOrd">
      <pc:chgData name="Hal Bickings" userId="d6a469db-b7fe-4fc6-b8f3-4252c933197f" providerId="ADAL" clId="{0F1FB701-85D1-476E-9033-6EBCD51ABB9D}" dt="2026-05-27T00:11:55.025" v="536" actId="20577"/>
      <pc:docMkLst>
        <pc:docMk/>
      </pc:docMkLst>
      <pc:sldChg chg="modSp mod">
        <pc:chgData name="Hal Bickings" userId="d6a469db-b7fe-4fc6-b8f3-4252c933197f" providerId="ADAL" clId="{0F1FB701-85D1-476E-9033-6EBCD51ABB9D}" dt="2026-05-27T00:05:30.731" v="378" actId="6549"/>
        <pc:sldMkLst>
          <pc:docMk/>
          <pc:sldMk cId="1140736753" sldId="2142535162"/>
        </pc:sldMkLst>
        <pc:spChg chg="mod">
          <ac:chgData name="Hal Bickings" userId="d6a469db-b7fe-4fc6-b8f3-4252c933197f" providerId="ADAL" clId="{0F1FB701-85D1-476E-9033-6EBCD51ABB9D}" dt="2026-05-27T00:05:30.731" v="378" actId="6549"/>
          <ac:spMkLst>
            <pc:docMk/>
            <pc:sldMk cId="1140736753" sldId="2142535162"/>
            <ac:spMk id="6" creationId="{FEC25A8C-4779-2C45-E505-CB2E294BDB9C}"/>
          </ac:spMkLst>
        </pc:spChg>
      </pc:sldChg>
      <pc:sldChg chg="modSp mod">
        <pc:chgData name="Hal Bickings" userId="d6a469db-b7fe-4fc6-b8f3-4252c933197f" providerId="ADAL" clId="{0F1FB701-85D1-476E-9033-6EBCD51ABB9D}" dt="2026-05-26T23:57:01.548" v="250" actId="1076"/>
        <pc:sldMkLst>
          <pc:docMk/>
          <pc:sldMk cId="1059204777" sldId="2142535163"/>
        </pc:sldMkLst>
        <pc:spChg chg="mod">
          <ac:chgData name="Hal Bickings" userId="d6a469db-b7fe-4fc6-b8f3-4252c933197f" providerId="ADAL" clId="{0F1FB701-85D1-476E-9033-6EBCD51ABB9D}" dt="2026-05-26T23:57:01.548" v="250" actId="1076"/>
          <ac:spMkLst>
            <pc:docMk/>
            <pc:sldMk cId="1059204777" sldId="2142535163"/>
            <ac:spMk id="6" creationId="{0609289F-E6BB-DD6C-598B-16EDFFA2D1C6}"/>
          </ac:spMkLst>
        </pc:spChg>
      </pc:sldChg>
      <pc:sldChg chg="modSp mod">
        <pc:chgData name="Hal Bickings" userId="d6a469db-b7fe-4fc6-b8f3-4252c933197f" providerId="ADAL" clId="{0F1FB701-85D1-476E-9033-6EBCD51ABB9D}" dt="2026-05-26T23:57:10.885" v="251" actId="1076"/>
        <pc:sldMkLst>
          <pc:docMk/>
          <pc:sldMk cId="3997016723" sldId="2142535165"/>
        </pc:sldMkLst>
        <pc:spChg chg="mod">
          <ac:chgData name="Hal Bickings" userId="d6a469db-b7fe-4fc6-b8f3-4252c933197f" providerId="ADAL" clId="{0F1FB701-85D1-476E-9033-6EBCD51ABB9D}" dt="2026-05-26T23:57:10.885" v="251" actId="1076"/>
          <ac:spMkLst>
            <pc:docMk/>
            <pc:sldMk cId="3997016723" sldId="2142535165"/>
            <ac:spMk id="5" creationId="{C921A817-4586-75F8-992E-E5772D15EC2D}"/>
          </ac:spMkLst>
        </pc:spChg>
      </pc:sldChg>
      <pc:sldChg chg="modSp mod">
        <pc:chgData name="Hal Bickings" userId="d6a469db-b7fe-4fc6-b8f3-4252c933197f" providerId="ADAL" clId="{0F1FB701-85D1-476E-9033-6EBCD51ABB9D}" dt="2026-05-26T23:59:18.452" v="269" actId="1076"/>
        <pc:sldMkLst>
          <pc:docMk/>
          <pc:sldMk cId="2539873574" sldId="2142535167"/>
        </pc:sldMkLst>
        <pc:spChg chg="mod">
          <ac:chgData name="Hal Bickings" userId="d6a469db-b7fe-4fc6-b8f3-4252c933197f" providerId="ADAL" clId="{0F1FB701-85D1-476E-9033-6EBCD51ABB9D}" dt="2026-05-26T23:59:18.452" v="269" actId="1076"/>
          <ac:spMkLst>
            <pc:docMk/>
            <pc:sldMk cId="2539873574" sldId="2142535167"/>
            <ac:spMk id="5" creationId="{C1068638-3837-FF57-2E31-F4863ADCCD40}"/>
          </ac:spMkLst>
        </pc:spChg>
      </pc:sldChg>
      <pc:sldChg chg="modSp mod">
        <pc:chgData name="Hal Bickings" userId="d6a469db-b7fe-4fc6-b8f3-4252c933197f" providerId="ADAL" clId="{0F1FB701-85D1-476E-9033-6EBCD51ABB9D}" dt="2026-05-27T00:00:33.069" v="285" actId="1076"/>
        <pc:sldMkLst>
          <pc:docMk/>
          <pc:sldMk cId="2978660515" sldId="2142535169"/>
        </pc:sldMkLst>
        <pc:spChg chg="mod">
          <ac:chgData name="Hal Bickings" userId="d6a469db-b7fe-4fc6-b8f3-4252c933197f" providerId="ADAL" clId="{0F1FB701-85D1-476E-9033-6EBCD51ABB9D}" dt="2026-05-27T00:00:33.069" v="285" actId="1076"/>
          <ac:spMkLst>
            <pc:docMk/>
            <pc:sldMk cId="2978660515" sldId="2142535169"/>
            <ac:spMk id="5" creationId="{2BA578B8-F129-FDAB-543E-F7C3E2573804}"/>
          </ac:spMkLst>
        </pc:spChg>
      </pc:sldChg>
      <pc:sldChg chg="modSp mod">
        <pc:chgData name="Hal Bickings" userId="d6a469db-b7fe-4fc6-b8f3-4252c933197f" providerId="ADAL" clId="{0F1FB701-85D1-476E-9033-6EBCD51ABB9D}" dt="2026-05-27T00:00:39.102" v="286" actId="1076"/>
        <pc:sldMkLst>
          <pc:docMk/>
          <pc:sldMk cId="428988762" sldId="2142535170"/>
        </pc:sldMkLst>
        <pc:spChg chg="mod">
          <ac:chgData name="Hal Bickings" userId="d6a469db-b7fe-4fc6-b8f3-4252c933197f" providerId="ADAL" clId="{0F1FB701-85D1-476E-9033-6EBCD51ABB9D}" dt="2026-05-27T00:00:39.102" v="286" actId="1076"/>
          <ac:spMkLst>
            <pc:docMk/>
            <pc:sldMk cId="428988762" sldId="2142535170"/>
            <ac:spMk id="5" creationId="{784D1193-2DAF-FE99-F210-7CDF73B1FCC2}"/>
          </ac:spMkLst>
        </pc:spChg>
      </pc:sldChg>
      <pc:sldChg chg="modSp mod">
        <pc:chgData name="Hal Bickings" userId="d6a469db-b7fe-4fc6-b8f3-4252c933197f" providerId="ADAL" clId="{0F1FB701-85D1-476E-9033-6EBCD51ABB9D}" dt="2026-05-26T23:59:23.490" v="270" actId="6549"/>
        <pc:sldMkLst>
          <pc:docMk/>
          <pc:sldMk cId="355503564" sldId="2142535172"/>
        </pc:sldMkLst>
        <pc:spChg chg="mod">
          <ac:chgData name="Hal Bickings" userId="d6a469db-b7fe-4fc6-b8f3-4252c933197f" providerId="ADAL" clId="{0F1FB701-85D1-476E-9033-6EBCD51ABB9D}" dt="2026-05-26T23:59:23.490" v="270" actId="6549"/>
          <ac:spMkLst>
            <pc:docMk/>
            <pc:sldMk cId="355503564" sldId="2142535172"/>
            <ac:spMk id="6" creationId="{7C3CA215-76A5-37E6-CDAB-907445DA2DBD}"/>
          </ac:spMkLst>
        </pc:spChg>
      </pc:sldChg>
      <pc:sldChg chg="modSp mod">
        <pc:chgData name="Hal Bickings" userId="d6a469db-b7fe-4fc6-b8f3-4252c933197f" providerId="ADAL" clId="{0F1FB701-85D1-476E-9033-6EBCD51ABB9D}" dt="2026-05-27T00:00:43.585" v="287" actId="6549"/>
        <pc:sldMkLst>
          <pc:docMk/>
          <pc:sldMk cId="1550039039" sldId="2142535173"/>
        </pc:sldMkLst>
        <pc:spChg chg="mod">
          <ac:chgData name="Hal Bickings" userId="d6a469db-b7fe-4fc6-b8f3-4252c933197f" providerId="ADAL" clId="{0F1FB701-85D1-476E-9033-6EBCD51ABB9D}" dt="2026-05-27T00:00:43.585" v="287" actId="6549"/>
          <ac:spMkLst>
            <pc:docMk/>
            <pc:sldMk cId="1550039039" sldId="2142535173"/>
            <ac:spMk id="6" creationId="{F7C4B277-2FEB-DCEE-C191-4F2B790B2071}"/>
          </ac:spMkLst>
        </pc:spChg>
      </pc:sldChg>
      <pc:sldChg chg="modSp mod">
        <pc:chgData name="Hal Bickings" userId="d6a469db-b7fe-4fc6-b8f3-4252c933197f" providerId="ADAL" clId="{0F1FB701-85D1-476E-9033-6EBCD51ABB9D}" dt="2026-05-27T00:02:25.784" v="306" actId="1076"/>
        <pc:sldMkLst>
          <pc:docMk/>
          <pc:sldMk cId="1234170181" sldId="2142535175"/>
        </pc:sldMkLst>
        <pc:spChg chg="mod">
          <ac:chgData name="Hal Bickings" userId="d6a469db-b7fe-4fc6-b8f3-4252c933197f" providerId="ADAL" clId="{0F1FB701-85D1-476E-9033-6EBCD51ABB9D}" dt="2026-05-27T00:02:25.784" v="306" actId="1076"/>
          <ac:spMkLst>
            <pc:docMk/>
            <pc:sldMk cId="1234170181" sldId="2142535175"/>
            <ac:spMk id="6" creationId="{3AF3EFBC-D5D2-823E-310D-3B26F82E76D3}"/>
          </ac:spMkLst>
        </pc:spChg>
      </pc:sldChg>
      <pc:sldChg chg="modSp mod">
        <pc:chgData name="Hal Bickings" userId="d6a469db-b7fe-4fc6-b8f3-4252c933197f" providerId="ADAL" clId="{0F1FB701-85D1-476E-9033-6EBCD51ABB9D}" dt="2026-05-26T23:56:52.924" v="249" actId="1076"/>
        <pc:sldMkLst>
          <pc:docMk/>
          <pc:sldMk cId="1592481086" sldId="2142535176"/>
        </pc:sldMkLst>
        <pc:spChg chg="mod">
          <ac:chgData name="Hal Bickings" userId="d6a469db-b7fe-4fc6-b8f3-4252c933197f" providerId="ADAL" clId="{0F1FB701-85D1-476E-9033-6EBCD51ABB9D}" dt="2026-05-26T23:56:52.924" v="249" actId="1076"/>
          <ac:spMkLst>
            <pc:docMk/>
            <pc:sldMk cId="1592481086" sldId="2142535176"/>
            <ac:spMk id="5" creationId="{F0499395-339B-B677-F4A9-A147789B59AC}"/>
          </ac:spMkLst>
        </pc:spChg>
      </pc:sldChg>
      <pc:sldChg chg="modSp mod ord">
        <pc:chgData name="Hal Bickings" userId="d6a469db-b7fe-4fc6-b8f3-4252c933197f" providerId="ADAL" clId="{0F1FB701-85D1-476E-9033-6EBCD51ABB9D}" dt="2026-05-27T00:11:55.025" v="536" actId="20577"/>
        <pc:sldMkLst>
          <pc:docMk/>
          <pc:sldMk cId="1701223528" sldId="2142535235"/>
        </pc:sldMkLst>
        <pc:spChg chg="mod">
          <ac:chgData name="Hal Bickings" userId="d6a469db-b7fe-4fc6-b8f3-4252c933197f" providerId="ADAL" clId="{0F1FB701-85D1-476E-9033-6EBCD51ABB9D}" dt="2026-05-27T00:11:55.025" v="536" actId="20577"/>
          <ac:spMkLst>
            <pc:docMk/>
            <pc:sldMk cId="1701223528" sldId="2142535235"/>
            <ac:spMk id="6" creationId="{5315E10D-CCA9-2EC1-ED4B-E450F5F5F583}"/>
          </ac:spMkLst>
        </pc:spChg>
      </pc:sldChg>
      <pc:sldChg chg="modSp mod">
        <pc:chgData name="Hal Bickings" userId="d6a469db-b7fe-4fc6-b8f3-4252c933197f" providerId="ADAL" clId="{0F1FB701-85D1-476E-9033-6EBCD51ABB9D}" dt="2026-05-27T00:07:23.424" v="487" actId="20577"/>
        <pc:sldMkLst>
          <pc:docMk/>
          <pc:sldMk cId="823901926" sldId="2142535240"/>
        </pc:sldMkLst>
        <pc:spChg chg="mod">
          <ac:chgData name="Hal Bickings" userId="d6a469db-b7fe-4fc6-b8f3-4252c933197f" providerId="ADAL" clId="{0F1FB701-85D1-476E-9033-6EBCD51ABB9D}" dt="2026-05-26T23:57:43.888" v="257" actId="14100"/>
          <ac:spMkLst>
            <pc:docMk/>
            <pc:sldMk cId="823901926" sldId="2142535240"/>
            <ac:spMk id="80" creationId="{3E03333F-5427-9984-538E-CA0A69DE7037}"/>
          </ac:spMkLst>
        </pc:spChg>
        <pc:spChg chg="mod">
          <ac:chgData name="Hal Bickings" userId="d6a469db-b7fe-4fc6-b8f3-4252c933197f" providerId="ADAL" clId="{0F1FB701-85D1-476E-9033-6EBCD51ABB9D}" dt="2026-05-26T23:57:56.885" v="260" actId="14100"/>
          <ac:spMkLst>
            <pc:docMk/>
            <pc:sldMk cId="823901926" sldId="2142535240"/>
            <ac:spMk id="90" creationId="{F5249135-C3B3-2CC9-718E-76C16101A3B2}"/>
          </ac:spMkLst>
        </pc:spChg>
        <pc:spChg chg="mod">
          <ac:chgData name="Hal Bickings" userId="d6a469db-b7fe-4fc6-b8f3-4252c933197f" providerId="ADAL" clId="{0F1FB701-85D1-476E-9033-6EBCD51ABB9D}" dt="2026-05-26T23:58:03.929" v="261" actId="14100"/>
          <ac:spMkLst>
            <pc:docMk/>
            <pc:sldMk cId="823901926" sldId="2142535240"/>
            <ac:spMk id="100" creationId="{CE6145D7-E982-415D-E697-23CF1E26F2F3}"/>
          </ac:spMkLst>
        </pc:spChg>
        <pc:spChg chg="mod">
          <ac:chgData name="Hal Bickings" userId="d6a469db-b7fe-4fc6-b8f3-4252c933197f" providerId="ADAL" clId="{0F1FB701-85D1-476E-9033-6EBCD51ABB9D}" dt="2026-05-27T00:07:23.424" v="487" actId="20577"/>
          <ac:spMkLst>
            <pc:docMk/>
            <pc:sldMk cId="823901926" sldId="2142535240"/>
            <ac:spMk id="104" creationId="{8021C7A8-692F-B7FB-6F5E-BB45BC1A52B7}"/>
          </ac:spMkLst>
        </pc:spChg>
        <pc:spChg chg="mod">
          <ac:chgData name="Hal Bickings" userId="d6a469db-b7fe-4fc6-b8f3-4252c933197f" providerId="ADAL" clId="{0F1FB701-85D1-476E-9033-6EBCD51ABB9D}" dt="2026-05-26T23:58:37.473" v="268" actId="20577"/>
          <ac:spMkLst>
            <pc:docMk/>
            <pc:sldMk cId="823901926" sldId="2142535240"/>
            <ac:spMk id="105" creationId="{1B64343D-8797-49BD-9C5C-92E5DFD6CFA8}"/>
          </ac:spMkLst>
        </pc:spChg>
        <pc:spChg chg="mod">
          <ac:chgData name="Hal Bickings" userId="d6a469db-b7fe-4fc6-b8f3-4252c933197f" providerId="ADAL" clId="{0F1FB701-85D1-476E-9033-6EBCD51ABB9D}" dt="2026-05-26T23:58:16.895" v="263" actId="6549"/>
          <ac:spMkLst>
            <pc:docMk/>
            <pc:sldMk cId="823901926" sldId="2142535240"/>
            <ac:spMk id="106" creationId="{9CBE589D-BE73-43E9-B2BB-8F320A9D6EA7}"/>
          </ac:spMkLst>
        </pc:spChg>
      </pc:sldChg>
      <pc:sldChg chg="modSp mod">
        <pc:chgData name="Hal Bickings" userId="d6a469db-b7fe-4fc6-b8f3-4252c933197f" providerId="ADAL" clId="{0F1FB701-85D1-476E-9033-6EBCD51ABB9D}" dt="2026-05-27T00:04:24.191" v="368" actId="1035"/>
        <pc:sldMkLst>
          <pc:docMk/>
          <pc:sldMk cId="2206961715" sldId="2142535241"/>
        </pc:sldMkLst>
        <pc:spChg chg="mod">
          <ac:chgData name="Hal Bickings" userId="d6a469db-b7fe-4fc6-b8f3-4252c933197f" providerId="ADAL" clId="{0F1FB701-85D1-476E-9033-6EBCD51ABB9D}" dt="2026-05-27T00:03:06.364" v="320" actId="20577"/>
          <ac:spMkLst>
            <pc:docMk/>
            <pc:sldMk cId="2206961715" sldId="2142535241"/>
            <ac:spMk id="7" creationId="{5B1E630C-11D8-078A-6CB8-03BE06DF7A19}"/>
          </ac:spMkLst>
        </pc:spChg>
        <pc:spChg chg="mod">
          <ac:chgData name="Hal Bickings" userId="d6a469db-b7fe-4fc6-b8f3-4252c933197f" providerId="ADAL" clId="{0F1FB701-85D1-476E-9033-6EBCD51ABB9D}" dt="2026-05-27T00:03:09.479" v="321" actId="1076"/>
          <ac:spMkLst>
            <pc:docMk/>
            <pc:sldMk cId="2206961715" sldId="2142535241"/>
            <ac:spMk id="8" creationId="{D4FCB411-E787-5AA1-C8DC-82B3D6F415D8}"/>
          </ac:spMkLst>
        </pc:spChg>
        <pc:spChg chg="mod">
          <ac:chgData name="Hal Bickings" userId="d6a469db-b7fe-4fc6-b8f3-4252c933197f" providerId="ADAL" clId="{0F1FB701-85D1-476E-9033-6EBCD51ABB9D}" dt="2026-05-27T00:03:18.133" v="323" actId="1076"/>
          <ac:spMkLst>
            <pc:docMk/>
            <pc:sldMk cId="2206961715" sldId="2142535241"/>
            <ac:spMk id="9" creationId="{62C46F78-5BFF-F20A-F4E1-82EB43FCDA3A}"/>
          </ac:spMkLst>
        </pc:spChg>
        <pc:spChg chg="mod">
          <ac:chgData name="Hal Bickings" userId="d6a469db-b7fe-4fc6-b8f3-4252c933197f" providerId="ADAL" clId="{0F1FB701-85D1-476E-9033-6EBCD51ABB9D}" dt="2026-05-27T00:03:51.601" v="334" actId="1035"/>
          <ac:spMkLst>
            <pc:docMk/>
            <pc:sldMk cId="2206961715" sldId="2142535241"/>
            <ac:spMk id="10" creationId="{4D533DD9-B2C1-DCDF-B406-E6312C837001}"/>
          </ac:spMkLst>
        </pc:spChg>
        <pc:spChg chg="mod">
          <ac:chgData name="Hal Bickings" userId="d6a469db-b7fe-4fc6-b8f3-4252c933197f" providerId="ADAL" clId="{0F1FB701-85D1-476E-9033-6EBCD51ABB9D}" dt="2026-05-27T00:03:51.601" v="334" actId="1035"/>
          <ac:spMkLst>
            <pc:docMk/>
            <pc:sldMk cId="2206961715" sldId="2142535241"/>
            <ac:spMk id="11" creationId="{8B4D91D0-E76B-CB2B-3375-92ACE9CB69D3}"/>
          </ac:spMkLst>
        </pc:spChg>
        <pc:spChg chg="mod">
          <ac:chgData name="Hal Bickings" userId="d6a469db-b7fe-4fc6-b8f3-4252c933197f" providerId="ADAL" clId="{0F1FB701-85D1-476E-9033-6EBCD51ABB9D}" dt="2026-05-27T00:03:51.601" v="334" actId="1035"/>
          <ac:spMkLst>
            <pc:docMk/>
            <pc:sldMk cId="2206961715" sldId="2142535241"/>
            <ac:spMk id="12" creationId="{80A690BD-6BAB-F4AE-D1B0-B3ED79FFF87F}"/>
          </ac:spMkLst>
        </pc:spChg>
        <pc:spChg chg="mod">
          <ac:chgData name="Hal Bickings" userId="d6a469db-b7fe-4fc6-b8f3-4252c933197f" providerId="ADAL" clId="{0F1FB701-85D1-476E-9033-6EBCD51ABB9D}" dt="2026-05-27T00:03:51.601" v="334" actId="1035"/>
          <ac:spMkLst>
            <pc:docMk/>
            <pc:sldMk cId="2206961715" sldId="2142535241"/>
            <ac:spMk id="13" creationId="{6E8C8CDF-76A6-891E-9055-75F1EEF57F5E}"/>
          </ac:spMkLst>
        </pc:spChg>
        <pc:spChg chg="mod">
          <ac:chgData name="Hal Bickings" userId="d6a469db-b7fe-4fc6-b8f3-4252c933197f" providerId="ADAL" clId="{0F1FB701-85D1-476E-9033-6EBCD51ABB9D}" dt="2026-05-27T00:03:51.601" v="334" actId="1035"/>
          <ac:spMkLst>
            <pc:docMk/>
            <pc:sldMk cId="2206961715" sldId="2142535241"/>
            <ac:spMk id="14" creationId="{61932115-F669-B767-1C83-11E9FF0A390E}"/>
          </ac:spMkLst>
        </pc:spChg>
        <pc:spChg chg="mod">
          <ac:chgData name="Hal Bickings" userId="d6a469db-b7fe-4fc6-b8f3-4252c933197f" providerId="ADAL" clId="{0F1FB701-85D1-476E-9033-6EBCD51ABB9D}" dt="2026-05-27T00:04:06.226" v="342" actId="1035"/>
          <ac:spMkLst>
            <pc:docMk/>
            <pc:sldMk cId="2206961715" sldId="2142535241"/>
            <ac:spMk id="16" creationId="{F47B0053-DD0F-6DAC-AD7C-B2FD9F77F122}"/>
          </ac:spMkLst>
        </pc:spChg>
        <pc:spChg chg="mod">
          <ac:chgData name="Hal Bickings" userId="d6a469db-b7fe-4fc6-b8f3-4252c933197f" providerId="ADAL" clId="{0F1FB701-85D1-476E-9033-6EBCD51ABB9D}" dt="2026-05-27T00:04:06.226" v="342" actId="1035"/>
          <ac:spMkLst>
            <pc:docMk/>
            <pc:sldMk cId="2206961715" sldId="2142535241"/>
            <ac:spMk id="17" creationId="{723D227D-C053-6F67-0B5C-5281F34DA321}"/>
          </ac:spMkLst>
        </pc:spChg>
        <pc:spChg chg="mod">
          <ac:chgData name="Hal Bickings" userId="d6a469db-b7fe-4fc6-b8f3-4252c933197f" providerId="ADAL" clId="{0F1FB701-85D1-476E-9033-6EBCD51ABB9D}" dt="2026-05-27T00:04:06.226" v="342" actId="1035"/>
          <ac:spMkLst>
            <pc:docMk/>
            <pc:sldMk cId="2206961715" sldId="2142535241"/>
            <ac:spMk id="18" creationId="{44342CFA-E28A-E4CF-B2F9-ED23F24499C2}"/>
          </ac:spMkLst>
        </pc:spChg>
        <pc:spChg chg="mod">
          <ac:chgData name="Hal Bickings" userId="d6a469db-b7fe-4fc6-b8f3-4252c933197f" providerId="ADAL" clId="{0F1FB701-85D1-476E-9033-6EBCD51ABB9D}" dt="2026-05-27T00:04:06.226" v="342" actId="1035"/>
          <ac:spMkLst>
            <pc:docMk/>
            <pc:sldMk cId="2206961715" sldId="2142535241"/>
            <ac:spMk id="19" creationId="{0F891B85-FE59-CD26-F4D7-CCA05F94D402}"/>
          </ac:spMkLst>
        </pc:spChg>
        <pc:spChg chg="mod">
          <ac:chgData name="Hal Bickings" userId="d6a469db-b7fe-4fc6-b8f3-4252c933197f" providerId="ADAL" clId="{0F1FB701-85D1-476E-9033-6EBCD51ABB9D}" dt="2026-05-27T00:04:06.226" v="342" actId="1035"/>
          <ac:spMkLst>
            <pc:docMk/>
            <pc:sldMk cId="2206961715" sldId="2142535241"/>
            <ac:spMk id="20" creationId="{FBF63414-183B-9855-2752-E15D24A4F1A6}"/>
          </ac:spMkLst>
        </pc:spChg>
        <pc:spChg chg="mod">
          <ac:chgData name="Hal Bickings" userId="d6a469db-b7fe-4fc6-b8f3-4252c933197f" providerId="ADAL" clId="{0F1FB701-85D1-476E-9033-6EBCD51ABB9D}" dt="2026-05-27T00:03:30.245" v="324" actId="1076"/>
          <ac:spMkLst>
            <pc:docMk/>
            <pc:sldMk cId="2206961715" sldId="2142535241"/>
            <ac:spMk id="21" creationId="{EE154847-D444-32CA-875C-D779EBFD24DC}"/>
          </ac:spMkLst>
        </pc:spChg>
        <pc:spChg chg="mod">
          <ac:chgData name="Hal Bickings" userId="d6a469db-b7fe-4fc6-b8f3-4252c933197f" providerId="ADAL" clId="{0F1FB701-85D1-476E-9033-6EBCD51ABB9D}" dt="2026-05-27T00:04:15.939" v="357" actId="1036"/>
          <ac:spMkLst>
            <pc:docMk/>
            <pc:sldMk cId="2206961715" sldId="2142535241"/>
            <ac:spMk id="22" creationId="{DCBB9E7A-0D9D-4568-62EC-C08BBF52F815}"/>
          </ac:spMkLst>
        </pc:spChg>
        <pc:spChg chg="mod">
          <ac:chgData name="Hal Bickings" userId="d6a469db-b7fe-4fc6-b8f3-4252c933197f" providerId="ADAL" clId="{0F1FB701-85D1-476E-9033-6EBCD51ABB9D}" dt="2026-05-27T00:04:15.939" v="357" actId="1036"/>
          <ac:spMkLst>
            <pc:docMk/>
            <pc:sldMk cId="2206961715" sldId="2142535241"/>
            <ac:spMk id="23" creationId="{A598A37A-CE0C-C371-BC11-D3AA4BC35746}"/>
          </ac:spMkLst>
        </pc:spChg>
        <pc:spChg chg="mod">
          <ac:chgData name="Hal Bickings" userId="d6a469db-b7fe-4fc6-b8f3-4252c933197f" providerId="ADAL" clId="{0F1FB701-85D1-476E-9033-6EBCD51ABB9D}" dt="2026-05-27T00:04:15.939" v="357" actId="1036"/>
          <ac:spMkLst>
            <pc:docMk/>
            <pc:sldMk cId="2206961715" sldId="2142535241"/>
            <ac:spMk id="24" creationId="{B169EED7-949F-4C0C-CB9B-95287C2A49A7}"/>
          </ac:spMkLst>
        </pc:spChg>
        <pc:spChg chg="mod">
          <ac:chgData name="Hal Bickings" userId="d6a469db-b7fe-4fc6-b8f3-4252c933197f" providerId="ADAL" clId="{0F1FB701-85D1-476E-9033-6EBCD51ABB9D}" dt="2026-05-27T00:04:15.939" v="357" actId="1036"/>
          <ac:spMkLst>
            <pc:docMk/>
            <pc:sldMk cId="2206961715" sldId="2142535241"/>
            <ac:spMk id="25" creationId="{338F627A-383B-3F89-233F-EC971FEA8BC8}"/>
          </ac:spMkLst>
        </pc:spChg>
        <pc:spChg chg="mod">
          <ac:chgData name="Hal Bickings" userId="d6a469db-b7fe-4fc6-b8f3-4252c933197f" providerId="ADAL" clId="{0F1FB701-85D1-476E-9033-6EBCD51ABB9D}" dt="2026-05-27T00:04:15.939" v="357" actId="1036"/>
          <ac:spMkLst>
            <pc:docMk/>
            <pc:sldMk cId="2206961715" sldId="2142535241"/>
            <ac:spMk id="26" creationId="{626890C5-A784-19BA-18FF-05697ABB5D28}"/>
          </ac:spMkLst>
        </pc:spChg>
        <pc:spChg chg="mod">
          <ac:chgData name="Hal Bickings" userId="d6a469db-b7fe-4fc6-b8f3-4252c933197f" providerId="ADAL" clId="{0F1FB701-85D1-476E-9033-6EBCD51ABB9D}" dt="2026-05-27T00:04:24.191" v="368" actId="1035"/>
          <ac:spMkLst>
            <pc:docMk/>
            <pc:sldMk cId="2206961715" sldId="2142535241"/>
            <ac:spMk id="28" creationId="{4FCCA1E0-955F-99A2-3098-CFAE1CC0AEE7}"/>
          </ac:spMkLst>
        </pc:spChg>
        <pc:spChg chg="mod">
          <ac:chgData name="Hal Bickings" userId="d6a469db-b7fe-4fc6-b8f3-4252c933197f" providerId="ADAL" clId="{0F1FB701-85D1-476E-9033-6EBCD51ABB9D}" dt="2026-05-27T00:04:24.191" v="368" actId="1035"/>
          <ac:spMkLst>
            <pc:docMk/>
            <pc:sldMk cId="2206961715" sldId="2142535241"/>
            <ac:spMk id="29" creationId="{4F034E74-4BFE-D1F2-C5BB-47B3356A36F3}"/>
          </ac:spMkLst>
        </pc:spChg>
        <pc:spChg chg="mod">
          <ac:chgData name="Hal Bickings" userId="d6a469db-b7fe-4fc6-b8f3-4252c933197f" providerId="ADAL" clId="{0F1FB701-85D1-476E-9033-6EBCD51ABB9D}" dt="2026-05-27T00:04:24.191" v="368" actId="1035"/>
          <ac:spMkLst>
            <pc:docMk/>
            <pc:sldMk cId="2206961715" sldId="2142535241"/>
            <ac:spMk id="30" creationId="{E4BCC399-8E63-6B8A-A870-33DA148BB03E}"/>
          </ac:spMkLst>
        </pc:spChg>
        <pc:spChg chg="mod">
          <ac:chgData name="Hal Bickings" userId="d6a469db-b7fe-4fc6-b8f3-4252c933197f" providerId="ADAL" clId="{0F1FB701-85D1-476E-9033-6EBCD51ABB9D}" dt="2026-05-27T00:04:24.191" v="368" actId="1035"/>
          <ac:spMkLst>
            <pc:docMk/>
            <pc:sldMk cId="2206961715" sldId="2142535241"/>
            <ac:spMk id="31" creationId="{ADDF060B-2C4E-12C7-E22B-285F65AC20F5}"/>
          </ac:spMkLst>
        </pc:spChg>
        <pc:spChg chg="mod">
          <ac:chgData name="Hal Bickings" userId="d6a469db-b7fe-4fc6-b8f3-4252c933197f" providerId="ADAL" clId="{0F1FB701-85D1-476E-9033-6EBCD51ABB9D}" dt="2026-05-27T00:04:24.191" v="368" actId="1035"/>
          <ac:spMkLst>
            <pc:docMk/>
            <pc:sldMk cId="2206961715" sldId="2142535241"/>
            <ac:spMk id="32" creationId="{45C62FA3-C24A-5430-7427-91A182BA3706}"/>
          </ac:spMkLst>
        </pc:spChg>
        <pc:spChg chg="mod">
          <ac:chgData name="Hal Bickings" userId="d6a469db-b7fe-4fc6-b8f3-4252c933197f" providerId="ADAL" clId="{0F1FB701-85D1-476E-9033-6EBCD51ABB9D}" dt="2026-05-27T00:03:34.215" v="325" actId="1076"/>
          <ac:spMkLst>
            <pc:docMk/>
            <pc:sldMk cId="2206961715" sldId="2142535241"/>
            <ac:spMk id="35" creationId="{9342BEE0-349B-F84C-5622-55B51804FE87}"/>
          </ac:spMkLst>
        </pc:spChg>
      </pc:sldChg>
      <pc:sldChg chg="modSp mod">
        <pc:chgData name="Hal Bickings" userId="d6a469db-b7fe-4fc6-b8f3-4252c933197f" providerId="ADAL" clId="{0F1FB701-85D1-476E-9033-6EBCD51ABB9D}" dt="2026-05-27T00:07:59.377" v="494" actId="20577"/>
        <pc:sldMkLst>
          <pc:docMk/>
          <pc:sldMk cId="3341007698" sldId="2142535242"/>
        </pc:sldMkLst>
        <pc:spChg chg="mod">
          <ac:chgData name="Hal Bickings" userId="d6a469db-b7fe-4fc6-b8f3-4252c933197f" providerId="ADAL" clId="{0F1FB701-85D1-476E-9033-6EBCD51ABB9D}" dt="2026-05-27T00:07:59.377" v="494" actId="20577"/>
          <ac:spMkLst>
            <pc:docMk/>
            <pc:sldMk cId="3341007698" sldId="2142535242"/>
            <ac:spMk id="2" creationId="{709C2866-AC96-5E3D-6F6C-CE32AEAA92EE}"/>
          </ac:spMkLst>
        </pc:spChg>
        <pc:spChg chg="mod">
          <ac:chgData name="Hal Bickings" userId="d6a469db-b7fe-4fc6-b8f3-4252c933197f" providerId="ADAL" clId="{0F1FB701-85D1-476E-9033-6EBCD51ABB9D}" dt="2026-05-27T00:00:56.560" v="289" actId="14100"/>
          <ac:spMkLst>
            <pc:docMk/>
            <pc:sldMk cId="3341007698" sldId="2142535242"/>
            <ac:spMk id="28" creationId="{00000000-0000-0000-0000-000000000000}"/>
          </ac:spMkLst>
        </pc:spChg>
        <pc:spChg chg="mod">
          <ac:chgData name="Hal Bickings" userId="d6a469db-b7fe-4fc6-b8f3-4252c933197f" providerId="ADAL" clId="{0F1FB701-85D1-476E-9033-6EBCD51ABB9D}" dt="2026-05-27T00:01:29.573" v="297" actId="14100"/>
          <ac:spMkLst>
            <pc:docMk/>
            <pc:sldMk cId="3341007698" sldId="2142535242"/>
            <ac:spMk id="37" creationId="{00000000-0000-0000-0000-000000000000}"/>
          </ac:spMkLst>
        </pc:spChg>
        <pc:spChg chg="mod">
          <ac:chgData name="Hal Bickings" userId="d6a469db-b7fe-4fc6-b8f3-4252c933197f" providerId="ADAL" clId="{0F1FB701-85D1-476E-9033-6EBCD51ABB9D}" dt="2026-05-27T00:01:08.202" v="292" actId="14100"/>
          <ac:spMkLst>
            <pc:docMk/>
            <pc:sldMk cId="3341007698" sldId="2142535242"/>
            <ac:spMk id="47" creationId="{9681171D-C2F3-4738-8DB0-D6C59E84F66C}"/>
          </ac:spMkLst>
        </pc:spChg>
        <pc:spChg chg="mod">
          <ac:chgData name="Hal Bickings" userId="d6a469db-b7fe-4fc6-b8f3-4252c933197f" providerId="ADAL" clId="{0F1FB701-85D1-476E-9033-6EBCD51ABB9D}" dt="2026-05-27T00:01:26.413" v="296" actId="14100"/>
          <ac:spMkLst>
            <pc:docMk/>
            <pc:sldMk cId="3341007698" sldId="2142535242"/>
            <ac:spMk id="48" creationId="{8BA30E36-1964-4AB6-988E-2647319E3A96}"/>
          </ac:spMkLst>
        </pc:spChg>
      </pc:sldChg>
      <pc:sldChg chg="modSp mod">
        <pc:chgData name="Hal Bickings" userId="d6a469db-b7fe-4fc6-b8f3-4252c933197f" providerId="ADAL" clId="{0F1FB701-85D1-476E-9033-6EBCD51ABB9D}" dt="2026-05-27T00:07:43.047" v="491" actId="20577"/>
        <pc:sldMkLst>
          <pc:docMk/>
          <pc:sldMk cId="1343611464" sldId="2142535243"/>
        </pc:sldMkLst>
        <pc:spChg chg="mod">
          <ac:chgData name="Hal Bickings" userId="d6a469db-b7fe-4fc6-b8f3-4252c933197f" providerId="ADAL" clId="{0F1FB701-85D1-476E-9033-6EBCD51ABB9D}" dt="2026-05-27T00:07:43.047" v="491" actId="20577"/>
          <ac:spMkLst>
            <pc:docMk/>
            <pc:sldMk cId="1343611464" sldId="2142535243"/>
            <ac:spMk id="2" creationId="{3B6DA580-154C-CB64-370A-AD4DE984FD9E}"/>
          </ac:spMkLst>
        </pc:spChg>
        <pc:spChg chg="mod">
          <ac:chgData name="Hal Bickings" userId="d6a469db-b7fe-4fc6-b8f3-4252c933197f" providerId="ADAL" clId="{0F1FB701-85D1-476E-9033-6EBCD51ABB9D}" dt="2026-05-26T23:59:51.775" v="277" actId="14100"/>
          <ac:spMkLst>
            <pc:docMk/>
            <pc:sldMk cId="1343611464" sldId="2142535243"/>
            <ac:spMk id="3" creationId="{200EC614-54CC-D88C-E974-063CDE8D7BDB}"/>
          </ac:spMkLst>
        </pc:spChg>
        <pc:spChg chg="mod">
          <ac:chgData name="Hal Bickings" userId="d6a469db-b7fe-4fc6-b8f3-4252c933197f" providerId="ADAL" clId="{0F1FB701-85D1-476E-9033-6EBCD51ABB9D}" dt="2026-05-27T00:00:13.903" v="283" actId="14100"/>
          <ac:spMkLst>
            <pc:docMk/>
            <pc:sldMk cId="1343611464" sldId="2142535243"/>
            <ac:spMk id="14" creationId="{56D56BE7-0398-ADD1-1315-0E7BEA022627}"/>
          </ac:spMkLst>
        </pc:spChg>
        <pc:spChg chg="mod">
          <ac:chgData name="Hal Bickings" userId="d6a469db-b7fe-4fc6-b8f3-4252c933197f" providerId="ADAL" clId="{0F1FB701-85D1-476E-9033-6EBCD51ABB9D}" dt="2026-05-26T23:59:55.919" v="279" actId="27636"/>
          <ac:spMkLst>
            <pc:docMk/>
            <pc:sldMk cId="1343611464" sldId="2142535243"/>
            <ac:spMk id="23" creationId="{5205768C-FA11-4276-BB0A-A897026669D2}"/>
          </ac:spMkLst>
        </pc:spChg>
        <pc:spChg chg="mod">
          <ac:chgData name="Hal Bickings" userId="d6a469db-b7fe-4fc6-b8f3-4252c933197f" providerId="ADAL" clId="{0F1FB701-85D1-476E-9033-6EBCD51ABB9D}" dt="2026-05-27T00:00:17.847" v="284" actId="14100"/>
          <ac:spMkLst>
            <pc:docMk/>
            <pc:sldMk cId="1343611464" sldId="2142535243"/>
            <ac:spMk id="24" creationId="{242FA5F7-20B9-4000-95F4-4A516FE83F2B}"/>
          </ac:spMkLst>
        </pc:spChg>
      </pc:sldChg>
      <pc:sldChg chg="modSp mod">
        <pc:chgData name="Hal Bickings" userId="d6a469db-b7fe-4fc6-b8f3-4252c933197f" providerId="ADAL" clId="{0F1FB701-85D1-476E-9033-6EBCD51ABB9D}" dt="2026-05-27T00:08:24.693" v="500" actId="14100"/>
        <pc:sldMkLst>
          <pc:docMk/>
          <pc:sldMk cId="4099993086" sldId="2142535244"/>
        </pc:sldMkLst>
        <pc:spChg chg="mod">
          <ac:chgData name="Hal Bickings" userId="d6a469db-b7fe-4fc6-b8f3-4252c933197f" providerId="ADAL" clId="{0F1FB701-85D1-476E-9033-6EBCD51ABB9D}" dt="2026-05-27T00:01:47.325" v="299" actId="14100"/>
          <ac:spMkLst>
            <pc:docMk/>
            <pc:sldMk cId="4099993086" sldId="2142535244"/>
            <ac:spMk id="8" creationId="{00000000-0000-0000-0000-000000000000}"/>
          </ac:spMkLst>
        </pc:spChg>
        <pc:spChg chg="mod">
          <ac:chgData name="Hal Bickings" userId="d6a469db-b7fe-4fc6-b8f3-4252c933197f" providerId="ADAL" clId="{0F1FB701-85D1-476E-9033-6EBCD51ABB9D}" dt="2026-05-27T00:02:11.955" v="304" actId="14100"/>
          <ac:spMkLst>
            <pc:docMk/>
            <pc:sldMk cId="4099993086" sldId="2142535244"/>
            <ac:spMk id="16" creationId="{00000000-0000-0000-0000-000000000000}"/>
          </ac:spMkLst>
        </pc:spChg>
        <pc:spChg chg="mod">
          <ac:chgData name="Hal Bickings" userId="d6a469db-b7fe-4fc6-b8f3-4252c933197f" providerId="ADAL" clId="{0F1FB701-85D1-476E-9033-6EBCD51ABB9D}" dt="2026-05-27T00:08:24.693" v="500" actId="14100"/>
          <ac:spMkLst>
            <pc:docMk/>
            <pc:sldMk cId="4099993086" sldId="2142535244"/>
            <ac:spMk id="26" creationId="{0F1EAF82-CC8D-0AA0-2CAE-1EAA776E3A0D}"/>
          </ac:spMkLst>
        </pc:spChg>
        <pc:spChg chg="mod">
          <ac:chgData name="Hal Bickings" userId="d6a469db-b7fe-4fc6-b8f3-4252c933197f" providerId="ADAL" clId="{0F1FB701-85D1-476E-9033-6EBCD51ABB9D}" dt="2026-05-27T00:01:56.667" v="301" actId="14100"/>
          <ac:spMkLst>
            <pc:docMk/>
            <pc:sldMk cId="4099993086" sldId="2142535244"/>
            <ac:spMk id="27" creationId="{7A569725-1B75-46CD-9F8B-C96D5469990F}"/>
          </ac:spMkLst>
        </pc:spChg>
        <pc:spChg chg="mod">
          <ac:chgData name="Hal Bickings" userId="d6a469db-b7fe-4fc6-b8f3-4252c933197f" providerId="ADAL" clId="{0F1FB701-85D1-476E-9033-6EBCD51ABB9D}" dt="2026-05-27T00:02:16.164" v="305" actId="14100"/>
          <ac:spMkLst>
            <pc:docMk/>
            <pc:sldMk cId="4099993086" sldId="2142535244"/>
            <ac:spMk id="28" creationId="{220F1E2D-5841-4062-AB2C-D1A0DFC95305}"/>
          </ac:spMkLst>
        </pc:spChg>
      </pc:sldChg>
    </pc:docChg>
  </pc:docChgLst>
  <pc:docChgLst>
    <pc:chgData name="Sam Buck" userId="bc3bb9b3-aaed-4fca-b07d-28c7a5fc59f4" providerId="ADAL" clId="{BA8E32C1-7A7B-4F29-A846-F98F4CEE6290}"/>
    <pc:docChg chg="undo custSel addSld delSld modSld sldOrd addMainMaster delMainMaster modMainMaster">
      <pc:chgData name="Sam Buck" userId="bc3bb9b3-aaed-4fca-b07d-28c7a5fc59f4" providerId="ADAL" clId="{BA8E32C1-7A7B-4F29-A846-F98F4CEE6290}" dt="2026-05-28T14:00:50.066" v="2352" actId="20577"/>
      <pc:docMkLst>
        <pc:docMk/>
      </pc:docMkLst>
      <pc:sldChg chg="addSp modSp">
        <pc:chgData name="Sam Buck" userId="bc3bb9b3-aaed-4fca-b07d-28c7a5fc59f4" providerId="ADAL" clId="{BA8E32C1-7A7B-4F29-A846-F98F4CEE6290}" dt="2026-05-26T19:18:08.489" v="451" actId="571"/>
        <pc:sldMkLst>
          <pc:docMk/>
          <pc:sldMk cId="1641081312" sldId="2142535171"/>
        </pc:sldMkLst>
        <pc:spChg chg="add mod">
          <ac:chgData name="Sam Buck" userId="bc3bb9b3-aaed-4fca-b07d-28c7a5fc59f4" providerId="ADAL" clId="{BA8E32C1-7A7B-4F29-A846-F98F4CEE6290}" dt="2026-05-26T19:18:08.489" v="451" actId="571"/>
          <ac:spMkLst>
            <pc:docMk/>
            <pc:sldMk cId="1641081312" sldId="2142535171"/>
            <ac:spMk id="3" creationId="{226DB303-7CAA-08F7-736E-73AFBAC6A53A}"/>
          </ac:spMkLst>
        </pc:spChg>
      </pc:sldChg>
      <pc:sldChg chg="modSp add mod">
        <pc:chgData name="Sam Buck" userId="bc3bb9b3-aaed-4fca-b07d-28c7a5fc59f4" providerId="ADAL" clId="{BA8E32C1-7A7B-4F29-A846-F98F4CEE6290}" dt="2026-05-26T18:27:02.785" v="297" actId="12"/>
        <pc:sldMkLst>
          <pc:docMk/>
          <pc:sldMk cId="1701223528" sldId="2142535235"/>
        </pc:sldMkLst>
        <pc:spChg chg="mod">
          <ac:chgData name="Sam Buck" userId="bc3bb9b3-aaed-4fca-b07d-28c7a5fc59f4" providerId="ADAL" clId="{BA8E32C1-7A7B-4F29-A846-F98F4CEE6290}" dt="2026-05-26T18:27:02.785" v="297" actId="12"/>
          <ac:spMkLst>
            <pc:docMk/>
            <pc:sldMk cId="1701223528" sldId="2142535235"/>
            <ac:spMk id="6" creationId="{5315E10D-CCA9-2EC1-ED4B-E450F5F5F583}"/>
          </ac:spMkLst>
        </pc:spChg>
      </pc:sldChg>
      <pc:sldChg chg="addSp delSp modSp add mod ord">
        <pc:chgData name="Sam Buck" userId="bc3bb9b3-aaed-4fca-b07d-28c7a5fc59f4" providerId="ADAL" clId="{BA8E32C1-7A7B-4F29-A846-F98F4CEE6290}" dt="2026-05-28T14:00:50.066" v="2352" actId="20577"/>
        <pc:sldMkLst>
          <pc:docMk/>
          <pc:sldMk cId="823901926" sldId="2142535240"/>
        </pc:sldMkLst>
        <pc:spChg chg="add del mod">
          <ac:chgData name="Sam Buck" userId="bc3bb9b3-aaed-4fca-b07d-28c7a5fc59f4" providerId="ADAL" clId="{BA8E32C1-7A7B-4F29-A846-F98F4CEE6290}" dt="2026-05-26T19:56:12.301" v="1716" actId="14100"/>
          <ac:spMkLst>
            <pc:docMk/>
            <pc:sldMk cId="823901926" sldId="2142535240"/>
            <ac:spMk id="80" creationId="{3E03333F-5427-9984-538E-CA0A69DE7037}"/>
          </ac:spMkLst>
        </pc:spChg>
        <pc:spChg chg="mod">
          <ac:chgData name="Sam Buck" userId="bc3bb9b3-aaed-4fca-b07d-28c7a5fc59f4" providerId="ADAL" clId="{BA8E32C1-7A7B-4F29-A846-F98F4CEE6290}" dt="2026-05-26T20:08:16.972" v="2023" actId="14100"/>
          <ac:spMkLst>
            <pc:docMk/>
            <pc:sldMk cId="823901926" sldId="2142535240"/>
            <ac:spMk id="90" creationId="{F5249135-C3B3-2CC9-718E-76C16101A3B2}"/>
          </ac:spMkLst>
        </pc:spChg>
        <pc:spChg chg="add mod">
          <ac:chgData name="Sam Buck" userId="bc3bb9b3-aaed-4fca-b07d-28c7a5fc59f4" providerId="ADAL" clId="{BA8E32C1-7A7B-4F29-A846-F98F4CEE6290}" dt="2026-05-26T19:56:08.454" v="1715" actId="1076"/>
          <ac:spMkLst>
            <pc:docMk/>
            <pc:sldMk cId="823901926" sldId="2142535240"/>
            <ac:spMk id="100" creationId="{CE6145D7-E982-415D-E697-23CF1E26F2F3}"/>
          </ac:spMkLst>
        </pc:spChg>
        <pc:spChg chg="add mod">
          <ac:chgData name="Sam Buck" userId="bc3bb9b3-aaed-4fca-b07d-28c7a5fc59f4" providerId="ADAL" clId="{BA8E32C1-7A7B-4F29-A846-F98F4CEE6290}" dt="2026-05-26T19:35:53.702" v="1204" actId="2711"/>
          <ac:spMkLst>
            <pc:docMk/>
            <pc:sldMk cId="823901926" sldId="2142535240"/>
            <ac:spMk id="104" creationId="{8021C7A8-692F-B7FB-6F5E-BB45BC1A52B7}"/>
          </ac:spMkLst>
        </pc:spChg>
        <pc:spChg chg="add mod ord">
          <ac:chgData name="Sam Buck" userId="bc3bb9b3-aaed-4fca-b07d-28c7a5fc59f4" providerId="ADAL" clId="{BA8E32C1-7A7B-4F29-A846-F98F4CEE6290}" dt="2026-05-26T20:12:36.618" v="2050" actId="20577"/>
          <ac:spMkLst>
            <pc:docMk/>
            <pc:sldMk cId="823901926" sldId="2142535240"/>
            <ac:spMk id="105" creationId="{1B64343D-8797-49BD-9C5C-92E5DFD6CFA8}"/>
          </ac:spMkLst>
        </pc:spChg>
        <pc:spChg chg="add mod ord">
          <ac:chgData name="Sam Buck" userId="bc3bb9b3-aaed-4fca-b07d-28c7a5fc59f4" providerId="ADAL" clId="{BA8E32C1-7A7B-4F29-A846-F98F4CEE6290}" dt="2026-05-28T14:00:50.066" v="2352" actId="20577"/>
          <ac:spMkLst>
            <pc:docMk/>
            <pc:sldMk cId="823901926" sldId="2142535240"/>
            <ac:spMk id="106" creationId="{9CBE589D-BE73-43E9-B2BB-8F320A9D6EA7}"/>
          </ac:spMkLst>
        </pc:spChg>
        <pc:spChg chg="add mod">
          <ac:chgData name="Sam Buck" userId="bc3bb9b3-aaed-4fca-b07d-28c7a5fc59f4" providerId="ADAL" clId="{BA8E32C1-7A7B-4F29-A846-F98F4CEE6290}" dt="2026-05-26T19:45:29.805" v="1285"/>
          <ac:spMkLst>
            <pc:docMk/>
            <pc:sldMk cId="823901926" sldId="2142535240"/>
            <ac:spMk id="107" creationId="{6CE69035-45E1-4668-BE62-572AA5CA7FA2}"/>
          </ac:spMkLst>
        </pc:spChg>
        <pc:spChg chg="add mod">
          <ac:chgData name="Sam Buck" userId="bc3bb9b3-aaed-4fca-b07d-28c7a5fc59f4" providerId="ADAL" clId="{BA8E32C1-7A7B-4F29-A846-F98F4CEE6290}" dt="2026-05-26T19:45:29.806" v="1288"/>
          <ac:spMkLst>
            <pc:docMk/>
            <pc:sldMk cId="823901926" sldId="2142535240"/>
            <ac:spMk id="108" creationId="{F0AAAF86-A1CB-4E01-BAF8-6A9CED582B64}"/>
          </ac:spMkLst>
        </pc:spChg>
      </pc:sldChg>
      <pc:sldChg chg="addSp delSp modSp add mod ord">
        <pc:chgData name="Sam Buck" userId="bc3bb9b3-aaed-4fca-b07d-28c7a5fc59f4" providerId="ADAL" clId="{BA8E32C1-7A7B-4F29-A846-F98F4CEE6290}" dt="2026-05-27T15:15:08.927" v="2055"/>
        <pc:sldMkLst>
          <pc:docMk/>
          <pc:sldMk cId="2206961715" sldId="2142535241"/>
        </pc:sldMkLst>
        <pc:spChg chg="mod">
          <ac:chgData name="Sam Buck" userId="bc3bb9b3-aaed-4fca-b07d-28c7a5fc59f4" providerId="ADAL" clId="{BA8E32C1-7A7B-4F29-A846-F98F4CEE6290}" dt="2026-05-26T19:27:12.269" v="1098" actId="14100"/>
          <ac:spMkLst>
            <pc:docMk/>
            <pc:sldMk cId="2206961715" sldId="2142535241"/>
            <ac:spMk id="7" creationId="{5B1E630C-11D8-078A-6CB8-03BE06DF7A19}"/>
          </ac:spMkLst>
        </pc:spChg>
        <pc:spChg chg="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10" creationId="{4D533DD9-B2C1-DCDF-B406-E6312C837001}"/>
          </ac:spMkLst>
        </pc:spChg>
        <pc:spChg chg="add 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11" creationId="{8B4D91D0-E76B-CB2B-3375-92ACE9CB69D3}"/>
          </ac:spMkLst>
        </pc:spChg>
        <pc:spChg chg="add 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12" creationId="{80A690BD-6BAB-F4AE-D1B0-B3ED79FFF87F}"/>
          </ac:spMkLst>
        </pc:spChg>
        <pc:spChg chg="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13" creationId="{6E8C8CDF-76A6-891E-9055-75F1EEF57F5E}"/>
          </ac:spMkLst>
        </pc:spChg>
        <pc:spChg chg="add mod">
          <ac:chgData name="Sam Buck" userId="bc3bb9b3-aaed-4fca-b07d-28c7a5fc59f4" providerId="ADAL" clId="{BA8E32C1-7A7B-4F29-A846-F98F4CEE6290}" dt="2026-05-26T19:26:56.663" v="1095"/>
          <ac:spMkLst>
            <pc:docMk/>
            <pc:sldMk cId="2206961715" sldId="2142535241"/>
            <ac:spMk id="15" creationId="{B66BFF60-A711-0F18-40A4-CF3B520F9C3B}"/>
          </ac:spMkLst>
        </pc:spChg>
        <pc:spChg chg="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16" creationId="{F47B0053-DD0F-6DAC-AD7C-B2FD9F77F122}"/>
          </ac:spMkLst>
        </pc:spChg>
        <pc:spChg chg="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19" creationId="{0F891B85-FE59-CD26-F4D7-CCA05F94D402}"/>
          </ac:spMkLst>
        </pc:spChg>
        <pc:spChg chg="add 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22" creationId="{DCBB9E7A-0D9D-4568-62EC-C08BBF52F815}"/>
          </ac:spMkLst>
        </pc:spChg>
        <pc:spChg chg="add 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24" creationId="{B169EED7-949F-4C0C-CB9B-95287C2A49A7}"/>
          </ac:spMkLst>
        </pc:spChg>
        <pc:spChg chg="add mod">
          <ac:chgData name="Sam Buck" userId="bc3bb9b3-aaed-4fca-b07d-28c7a5fc59f4" providerId="ADAL" clId="{BA8E32C1-7A7B-4F29-A846-F98F4CEE6290}" dt="2026-05-26T19:26:56.663" v="1095"/>
          <ac:spMkLst>
            <pc:docMk/>
            <pc:sldMk cId="2206961715" sldId="2142535241"/>
            <ac:spMk id="26" creationId="{626890C5-A784-19BA-18FF-05697ABB5D28}"/>
          </ac:spMkLst>
        </pc:spChg>
        <pc:spChg chg="add mod">
          <ac:chgData name="Sam Buck" userId="bc3bb9b3-aaed-4fca-b07d-28c7a5fc59f4" providerId="ADAL" clId="{BA8E32C1-7A7B-4F29-A846-F98F4CEE6290}" dt="2026-05-26T19:26:56.663" v="1095"/>
          <ac:spMkLst>
            <pc:docMk/>
            <pc:sldMk cId="2206961715" sldId="2142535241"/>
            <ac:spMk id="28" creationId="{4FCCA1E0-955F-99A2-3098-CFAE1CC0AEE7}"/>
          </ac:spMkLst>
        </pc:spChg>
        <pc:spChg chg="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29" creationId="{4F034E74-4BFE-D1F2-C5BB-47B3356A36F3}"/>
          </ac:spMkLst>
        </pc:spChg>
        <pc:spChg chg="add mod">
          <ac:chgData name="Sam Buck" userId="bc3bb9b3-aaed-4fca-b07d-28c7a5fc59f4" providerId="ADAL" clId="{BA8E32C1-7A7B-4F29-A846-F98F4CEE6290}" dt="2026-05-26T19:27:53.552" v="1105" actId="2711"/>
          <ac:spMkLst>
            <pc:docMk/>
            <pc:sldMk cId="2206961715" sldId="2142535241"/>
            <ac:spMk id="30" creationId="{E4BCC399-8E63-6B8A-A870-33DA148BB03E}"/>
          </ac:spMkLst>
        </pc:spChg>
        <pc:spChg chg="add mod">
          <ac:chgData name="Sam Buck" userId="bc3bb9b3-aaed-4fca-b07d-28c7a5fc59f4" providerId="ADAL" clId="{BA8E32C1-7A7B-4F29-A846-F98F4CEE6290}" dt="2026-05-26T19:26:56.663" v="1095"/>
          <ac:spMkLst>
            <pc:docMk/>
            <pc:sldMk cId="2206961715" sldId="2142535241"/>
            <ac:spMk id="32" creationId="{45C62FA3-C24A-5430-7427-91A182BA3706}"/>
          </ac:spMkLst>
        </pc:spChg>
        <pc:spChg chg="mod">
          <ac:chgData name="Sam Buck" userId="bc3bb9b3-aaed-4fca-b07d-28c7a5fc59f4" providerId="ADAL" clId="{BA8E32C1-7A7B-4F29-A846-F98F4CEE6290}" dt="2026-05-26T19:28:13.669" v="1112" actId="255"/>
          <ac:spMkLst>
            <pc:docMk/>
            <pc:sldMk cId="2206961715" sldId="2142535241"/>
            <ac:spMk id="35" creationId="{9342BEE0-349B-F84C-5622-55B51804FE87}"/>
          </ac:spMkLst>
        </pc:spChg>
      </pc:sldChg>
      <pc:sldChg chg="addSp delSp modSp add mod ord">
        <pc:chgData name="Sam Buck" userId="bc3bb9b3-aaed-4fca-b07d-28c7a5fc59f4" providerId="ADAL" clId="{BA8E32C1-7A7B-4F29-A846-F98F4CEE6290}" dt="2026-05-28T13:07:02.695" v="2271" actId="20577"/>
        <pc:sldMkLst>
          <pc:docMk/>
          <pc:sldMk cId="3341007698" sldId="2142535242"/>
        </pc:sldMkLst>
        <pc:spChg chg="add del mod">
          <ac:chgData name="Sam Buck" userId="bc3bb9b3-aaed-4fca-b07d-28c7a5fc59f4" providerId="ADAL" clId="{BA8E32C1-7A7B-4F29-A846-F98F4CEE6290}" dt="2026-05-26T19:29:11.487" v="1131"/>
          <ac:spMkLst>
            <pc:docMk/>
            <pc:sldMk cId="3341007698" sldId="2142535242"/>
            <ac:spMk id="2" creationId="{709C2866-AC96-5E3D-6F6C-CE32AEAA92EE}"/>
          </ac:spMkLst>
        </pc:spChg>
        <pc:spChg chg="add mod">
          <ac:chgData name="Sam Buck" userId="bc3bb9b3-aaed-4fca-b07d-28c7a5fc59f4" providerId="ADAL" clId="{BA8E32C1-7A7B-4F29-A846-F98F4CEE6290}" dt="2026-05-26T19:29:09.883" v="1130" actId="21"/>
          <ac:spMkLst>
            <pc:docMk/>
            <pc:sldMk cId="3341007698" sldId="2142535242"/>
            <ac:spMk id="27" creationId="{00000000-0000-0000-0000-000000000000}"/>
          </ac:spMkLst>
        </pc:spChg>
        <pc:spChg chg="add mod">
          <ac:chgData name="Sam Buck" userId="bc3bb9b3-aaed-4fca-b07d-28c7a5fc59f4" providerId="ADAL" clId="{BA8E32C1-7A7B-4F29-A846-F98F4CEE6290}" dt="2026-05-26T20:09:31.154" v="2032" actId="14100"/>
          <ac:spMkLst>
            <pc:docMk/>
            <pc:sldMk cId="3341007698" sldId="2142535242"/>
            <ac:spMk id="28" creationId="{00000000-0000-0000-0000-000000000000}"/>
          </ac:spMkLst>
        </pc:spChg>
        <pc:spChg chg="add mod">
          <ac:chgData name="Sam Buck" userId="bc3bb9b3-aaed-4fca-b07d-28c7a5fc59f4" providerId="ADAL" clId="{BA8E32C1-7A7B-4F29-A846-F98F4CEE6290}" dt="2026-05-26T20:09:35.677" v="2033" actId="14100"/>
          <ac:spMkLst>
            <pc:docMk/>
            <pc:sldMk cId="3341007698" sldId="2142535242"/>
            <ac:spMk id="37" creationId="{00000000-0000-0000-0000-000000000000}"/>
          </ac:spMkLst>
        </pc:spChg>
        <pc:spChg chg="mod">
          <ac:chgData name="Sam Buck" userId="bc3bb9b3-aaed-4fca-b07d-28c7a5fc59f4" providerId="ADAL" clId="{BA8E32C1-7A7B-4F29-A846-F98F4CEE6290}" dt="2026-05-26T20:11:22.651" v="2044" actId="255"/>
          <ac:spMkLst>
            <pc:docMk/>
            <pc:sldMk cId="3341007698" sldId="2142535242"/>
            <ac:spMk id="46" creationId="{579C92BB-F473-4885-8848-0CD25340B23B}"/>
          </ac:spMkLst>
        </pc:spChg>
        <pc:spChg chg="add mod ord">
          <ac:chgData name="Sam Buck" userId="bc3bb9b3-aaed-4fca-b07d-28c7a5fc59f4" providerId="ADAL" clId="{BA8E32C1-7A7B-4F29-A846-F98F4CEE6290}" dt="2026-05-26T20:10:03.258" v="2038" actId="255"/>
          <ac:spMkLst>
            <pc:docMk/>
            <pc:sldMk cId="3341007698" sldId="2142535242"/>
            <ac:spMk id="47" creationId="{9681171D-C2F3-4738-8DB0-D6C59E84F66C}"/>
          </ac:spMkLst>
        </pc:spChg>
        <pc:spChg chg="add mod ord">
          <ac:chgData name="Sam Buck" userId="bc3bb9b3-aaed-4fca-b07d-28c7a5fc59f4" providerId="ADAL" clId="{BA8E32C1-7A7B-4F29-A846-F98F4CEE6290}" dt="2026-05-28T13:07:02.695" v="2271" actId="20577"/>
          <ac:spMkLst>
            <pc:docMk/>
            <pc:sldMk cId="3341007698" sldId="2142535242"/>
            <ac:spMk id="48" creationId="{8BA30E36-1964-4AB6-988E-2647319E3A96}"/>
          </ac:spMkLst>
        </pc:spChg>
        <pc:spChg chg="add mod">
          <ac:chgData name="Sam Buck" userId="bc3bb9b3-aaed-4fca-b07d-28c7a5fc59f4" providerId="ADAL" clId="{BA8E32C1-7A7B-4F29-A846-F98F4CEE6290}" dt="2026-05-26T19:45:29.858" v="1459"/>
          <ac:spMkLst>
            <pc:docMk/>
            <pc:sldMk cId="3341007698" sldId="2142535242"/>
            <ac:spMk id="49" creationId="{65724B77-D59C-4F78-9303-D8E2A3433928}"/>
          </ac:spMkLst>
        </pc:spChg>
        <pc:spChg chg="add mod">
          <ac:chgData name="Sam Buck" userId="bc3bb9b3-aaed-4fca-b07d-28c7a5fc59f4" providerId="ADAL" clId="{BA8E32C1-7A7B-4F29-A846-F98F4CEE6290}" dt="2026-05-26T19:45:29.859" v="1462"/>
          <ac:spMkLst>
            <pc:docMk/>
            <pc:sldMk cId="3341007698" sldId="2142535242"/>
            <ac:spMk id="50" creationId="{3FE04F5E-AC5A-4196-937B-767C206F0D5F}"/>
          </ac:spMkLst>
        </pc:spChg>
      </pc:sldChg>
      <pc:sldChg chg="addSp delSp modSp add del mod ord">
        <pc:chgData name="Sam Buck" userId="bc3bb9b3-aaed-4fca-b07d-28c7a5fc59f4" providerId="ADAL" clId="{BA8E32C1-7A7B-4F29-A846-F98F4CEE6290}" dt="2026-05-28T13:04:31.242" v="2199" actId="20577"/>
        <pc:sldMkLst>
          <pc:docMk/>
          <pc:sldMk cId="1343611464" sldId="2142535243"/>
        </pc:sldMkLst>
        <pc:spChg chg="mod">
          <ac:chgData name="Sam Buck" userId="bc3bb9b3-aaed-4fca-b07d-28c7a5fc59f4" providerId="ADAL" clId="{BA8E32C1-7A7B-4F29-A846-F98F4CEE6290}" dt="2026-05-26T19:34:12.868" v="1193"/>
          <ac:spMkLst>
            <pc:docMk/>
            <pc:sldMk cId="1343611464" sldId="2142535243"/>
            <ac:spMk id="2" creationId="{3B6DA580-154C-CB64-370A-AD4DE984FD9E}"/>
          </ac:spMkLst>
        </pc:spChg>
        <pc:spChg chg="add mod">
          <ac:chgData name="Sam Buck" userId="bc3bb9b3-aaed-4fca-b07d-28c7a5fc59f4" providerId="ADAL" clId="{BA8E32C1-7A7B-4F29-A846-F98F4CEE6290}" dt="2026-05-26T19:52:56.871" v="1629" actId="14100"/>
          <ac:spMkLst>
            <pc:docMk/>
            <pc:sldMk cId="1343611464" sldId="2142535243"/>
            <ac:spMk id="3" creationId="{200EC614-54CC-D88C-E974-063CDE8D7BDB}"/>
          </ac:spMkLst>
        </pc:spChg>
        <pc:spChg chg="add mod">
          <ac:chgData name="Sam Buck" userId="bc3bb9b3-aaed-4fca-b07d-28c7a5fc59f4" providerId="ADAL" clId="{BA8E32C1-7A7B-4F29-A846-F98F4CEE6290}" dt="2026-05-26T19:53:56.632" v="1660" actId="14100"/>
          <ac:spMkLst>
            <pc:docMk/>
            <pc:sldMk cId="1343611464" sldId="2142535243"/>
            <ac:spMk id="14" creationId="{56D56BE7-0398-ADD1-1315-0E7BEA022627}"/>
          </ac:spMkLst>
        </pc:spChg>
        <pc:spChg chg="add mod">
          <ac:chgData name="Sam Buck" userId="bc3bb9b3-aaed-4fca-b07d-28c7a5fc59f4" providerId="ADAL" clId="{BA8E32C1-7A7B-4F29-A846-F98F4CEE6290}" dt="2026-05-26T21:24:00.495" v="2051" actId="1076"/>
          <ac:spMkLst>
            <pc:docMk/>
            <pc:sldMk cId="1343611464" sldId="2142535243"/>
            <ac:spMk id="22" creationId="{88A18C34-7EC8-19D5-3BFF-1432F1E9473B}"/>
          </ac:spMkLst>
        </pc:spChg>
        <pc:spChg chg="add mod ord">
          <ac:chgData name="Sam Buck" userId="bc3bb9b3-aaed-4fca-b07d-28c7a5fc59f4" providerId="ADAL" clId="{BA8E32C1-7A7B-4F29-A846-F98F4CEE6290}" dt="2026-05-26T20:09:03.991" v="2028" actId="27636"/>
          <ac:spMkLst>
            <pc:docMk/>
            <pc:sldMk cId="1343611464" sldId="2142535243"/>
            <ac:spMk id="23" creationId="{5205768C-FA11-4276-BB0A-A897026669D2}"/>
          </ac:spMkLst>
        </pc:spChg>
        <pc:spChg chg="add mod ord">
          <ac:chgData name="Sam Buck" userId="bc3bb9b3-aaed-4fca-b07d-28c7a5fc59f4" providerId="ADAL" clId="{BA8E32C1-7A7B-4F29-A846-F98F4CEE6290}" dt="2026-05-28T13:04:31.242" v="2199" actId="20577"/>
          <ac:spMkLst>
            <pc:docMk/>
            <pc:sldMk cId="1343611464" sldId="2142535243"/>
            <ac:spMk id="24" creationId="{242FA5F7-20B9-4000-95F4-4A516FE83F2B}"/>
          </ac:spMkLst>
        </pc:spChg>
        <pc:spChg chg="add mod">
          <ac:chgData name="Sam Buck" userId="bc3bb9b3-aaed-4fca-b07d-28c7a5fc59f4" providerId="ADAL" clId="{BA8E32C1-7A7B-4F29-A846-F98F4CEE6290}" dt="2026-05-26T19:45:29.835" v="1375"/>
          <ac:spMkLst>
            <pc:docMk/>
            <pc:sldMk cId="1343611464" sldId="2142535243"/>
            <ac:spMk id="25" creationId="{D66BF7D2-5C75-4C5A-A1A4-983BED404AFC}"/>
          </ac:spMkLst>
        </pc:spChg>
        <pc:spChg chg="add mod">
          <ac:chgData name="Sam Buck" userId="bc3bb9b3-aaed-4fca-b07d-28c7a5fc59f4" providerId="ADAL" clId="{BA8E32C1-7A7B-4F29-A846-F98F4CEE6290}" dt="2026-05-26T19:45:29.835" v="1378"/>
          <ac:spMkLst>
            <pc:docMk/>
            <pc:sldMk cId="1343611464" sldId="2142535243"/>
            <ac:spMk id="26" creationId="{A59A932B-1615-4DAA-BB77-95F543468476}"/>
          </ac:spMkLst>
        </pc:spChg>
      </pc:sldChg>
      <pc:sldChg chg="addSp delSp modSp add mod ord">
        <pc:chgData name="Sam Buck" userId="bc3bb9b3-aaed-4fca-b07d-28c7a5fc59f4" providerId="ADAL" clId="{BA8E32C1-7A7B-4F29-A846-F98F4CEE6290}" dt="2026-05-28T13:17:36.915" v="2348" actId="20577"/>
        <pc:sldMkLst>
          <pc:docMk/>
          <pc:sldMk cId="4099993086" sldId="2142535244"/>
        </pc:sldMkLst>
        <pc:spChg chg="add mod">
          <ac:chgData name="Sam Buck" userId="bc3bb9b3-aaed-4fca-b07d-28c7a5fc59f4" providerId="ADAL" clId="{BA8E32C1-7A7B-4F29-A846-F98F4CEE6290}" dt="2026-05-26T19:51:58.080" v="1619" actId="14100"/>
          <ac:spMkLst>
            <pc:docMk/>
            <pc:sldMk cId="4099993086" sldId="2142535244"/>
            <ac:spMk id="8" creationId="{00000000-0000-0000-0000-000000000000}"/>
          </ac:spMkLst>
        </pc:spChg>
        <pc:spChg chg="add mod">
          <ac:chgData name="Sam Buck" userId="bc3bb9b3-aaed-4fca-b07d-28c7a5fc59f4" providerId="ADAL" clId="{BA8E32C1-7A7B-4F29-A846-F98F4CEE6290}" dt="2026-05-26T19:54:47.993" v="1671" actId="14100"/>
          <ac:spMkLst>
            <pc:docMk/>
            <pc:sldMk cId="4099993086" sldId="2142535244"/>
            <ac:spMk id="16" creationId="{00000000-0000-0000-0000-000000000000}"/>
          </ac:spMkLst>
        </pc:spChg>
        <pc:spChg chg="add mod">
          <ac:chgData name="Sam Buck" userId="bc3bb9b3-aaed-4fca-b07d-28c7a5fc59f4" providerId="ADAL" clId="{BA8E32C1-7A7B-4F29-A846-F98F4CEE6290}" dt="2026-05-26T19:51:52.159" v="1617" actId="1076"/>
          <ac:spMkLst>
            <pc:docMk/>
            <pc:sldMk cId="4099993086" sldId="2142535244"/>
            <ac:spMk id="25" creationId="{9871DB8A-A742-4FC7-B86C-85B2BB831791}"/>
          </ac:spMkLst>
        </pc:spChg>
        <pc:spChg chg="add mod">
          <ac:chgData name="Sam Buck" userId="bc3bb9b3-aaed-4fca-b07d-28c7a5fc59f4" providerId="ADAL" clId="{BA8E32C1-7A7B-4F29-A846-F98F4CEE6290}" dt="2026-05-26T20:00:26.796" v="1947"/>
          <ac:spMkLst>
            <pc:docMk/>
            <pc:sldMk cId="4099993086" sldId="2142535244"/>
            <ac:spMk id="26" creationId="{0F1EAF82-CC8D-0AA0-2CAE-1EAA776E3A0D}"/>
          </ac:spMkLst>
        </pc:spChg>
        <pc:spChg chg="add mod ord">
          <ac:chgData name="Sam Buck" userId="bc3bb9b3-aaed-4fca-b07d-28c7a5fc59f4" providerId="ADAL" clId="{BA8E32C1-7A7B-4F29-A846-F98F4CEE6290}" dt="2026-05-26T20:10:41.012" v="2041" actId="14100"/>
          <ac:spMkLst>
            <pc:docMk/>
            <pc:sldMk cId="4099993086" sldId="2142535244"/>
            <ac:spMk id="27" creationId="{7A569725-1B75-46CD-9F8B-C96D5469990F}"/>
          </ac:spMkLst>
        </pc:spChg>
        <pc:spChg chg="add mod ord">
          <ac:chgData name="Sam Buck" userId="bc3bb9b3-aaed-4fca-b07d-28c7a5fc59f4" providerId="ADAL" clId="{BA8E32C1-7A7B-4F29-A846-F98F4CEE6290}" dt="2026-05-28T13:17:36.915" v="2348" actId="20577"/>
          <ac:spMkLst>
            <pc:docMk/>
            <pc:sldMk cId="4099993086" sldId="2142535244"/>
            <ac:spMk id="28" creationId="{220F1E2D-5841-4062-AB2C-D1A0DFC95305}"/>
          </ac:spMkLst>
        </pc:spChg>
        <pc:spChg chg="add mod">
          <ac:chgData name="Sam Buck" userId="bc3bb9b3-aaed-4fca-b07d-28c7a5fc59f4" providerId="ADAL" clId="{BA8E32C1-7A7B-4F29-A846-F98F4CEE6290}" dt="2026-05-26T19:45:29.882" v="1540"/>
          <ac:spMkLst>
            <pc:docMk/>
            <pc:sldMk cId="4099993086" sldId="2142535244"/>
            <ac:spMk id="29" creationId="{0F3A6228-2203-446D-8D0E-274D5AFC921F}"/>
          </ac:spMkLst>
        </pc:spChg>
        <pc:spChg chg="add mod">
          <ac:chgData name="Sam Buck" userId="bc3bb9b3-aaed-4fca-b07d-28c7a5fc59f4" providerId="ADAL" clId="{BA8E32C1-7A7B-4F29-A846-F98F4CEE6290}" dt="2026-05-26T19:45:29.883" v="1543"/>
          <ac:spMkLst>
            <pc:docMk/>
            <pc:sldMk cId="4099993086" sldId="2142535244"/>
            <ac:spMk id="30" creationId="{6AF32D6F-DB8A-45AE-A39C-99AEF06E499F}"/>
          </ac:spMkLst>
        </pc:spChg>
      </pc:sldChg>
      <pc:sldMasterChg chg="replId modSldLayout">
        <pc:chgData name="Sam Buck" userId="bc3bb9b3-aaed-4fca-b07d-28c7a5fc59f4" providerId="ADAL" clId="{BA8E32C1-7A7B-4F29-A846-F98F4CEE6290}" dt="2026-05-26T19:15:19.124" v="298"/>
        <pc:sldMasterMkLst>
          <pc:docMk/>
          <pc:sldMasterMk cId="1092359835" sldId="2147483660"/>
        </pc:sldMasterMkLst>
        <pc:sldLayoutChg chg="replId">
          <pc:chgData name="Sam Buck" userId="bc3bb9b3-aaed-4fca-b07d-28c7a5fc59f4" providerId="ADAL" clId="{BA8E32C1-7A7B-4F29-A846-F98F4CEE6290}" dt="2026-05-26T19:15:19.124" v="298"/>
          <pc:sldLayoutMkLst>
            <pc:docMk/>
            <pc:sldMasterMk cId="1092359835" sldId="2147483660"/>
            <pc:sldLayoutMk cId="1202109068" sldId="2147483661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8E0F9896-81CC-A246-85AE-4F355A0FDFB0}" type="datetimeFigureOut">
              <a:rPr lang="en-US" smtClean="0"/>
              <a:t>5/28/2026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1D96C43F-C536-094F-A4F7-01621F74F7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191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96C43F-C536-094F-A4F7-01621F74F7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162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44BE9E3-3978-CB42-83BE-123170E1D7D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-2810"/>
            <a:ext cx="12222405" cy="686080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F4E8B48-4ADA-A045-B86C-04A1032EA7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2330855"/>
            <a:ext cx="5681870" cy="2387600"/>
          </a:xfrm>
        </p:spPr>
        <p:txBody>
          <a:bodyPr anchor="b">
            <a:normAutofit/>
          </a:bodyPr>
          <a:lstStyle>
            <a:lvl1pPr algn="l">
              <a:defRPr sz="5400" b="1">
                <a:solidFill>
                  <a:schemeClr val="bg1"/>
                </a:solidFill>
                <a:latin typeface="MrEavesXLModOT" panose="020B0803060502020204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95E894-F146-374B-BD69-89F91921B0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4810530"/>
            <a:ext cx="5681870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rEavesXLModOT" panose="020B0803060502020204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33C308-F425-394E-A63C-9A33FF5C4A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MrEavesXLModOT" panose="020B0803060502020204" pitchFamily="34" charset="77"/>
              </a:defRPr>
            </a:lvl1pPr>
          </a:lstStyle>
          <a:p>
            <a:fld id="{6C0F01EA-84E8-5644-83A3-7D0EF4028B7F}" type="datetime1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05E5A6-706A-0042-AE6B-A3C5907F2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EA0ECD-DAF3-704D-82BC-19D24351A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109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FFB45-C946-6848-A0F5-6C1DD646A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4E4DEE-117A-7D49-951C-47F9750502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5D895-FA52-674F-9195-C9295E0C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9D4DDC-2803-7448-838A-B12F95E4AAE7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FC21D8-99CF-8545-AD5F-AE8721EB07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E8390A-2D3C-A743-AC0C-6D6EE423FE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014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85391-93E2-804B-BDFE-A1CA3FCB46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E8F54-4815-AD44-A961-988571EEB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5F672-9DA2-474D-8158-FA2BC20E87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966DFB-EBCA-9647-9D98-66ECF45D3191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08D26-09A7-C640-9034-B8A1F6FB8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911C31-BB81-8643-865F-9283E8C4EB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78548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E469-DA25-DD42-8989-27293F2E7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B843A2-2728-0F40-85C6-619C6D512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8B33A8-6648-744F-A99F-A921ED3693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3FBF0C-3728-A845-B406-FD67D0A33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9F7BDE-5B94-0C45-AD7C-58CCEC7FA2F5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73658E-D8F4-A846-AD02-E0BB9BA1C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EDB75F-833D-AD49-965C-71B153B63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63850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5BCC9A2-391A-3447-987F-B8FAFD50F60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" y="7129"/>
            <a:ext cx="12191997" cy="684374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94AC5D-EBCC-4740-9C0A-0F8993D65B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89714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D3490-B4DB-9A4B-9E28-BDC8ECB0C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769164" y="1172817"/>
            <a:ext cx="4333459" cy="4492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09D1F7-60C1-0743-8C94-EED6810FE5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520070" y="1172817"/>
            <a:ext cx="4333460" cy="44924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7FDA97-5C7B-7047-99D5-DA4FA79F5A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8D5C5E-3591-B448-9A0D-CE0C2A091573}" type="datetime1">
              <a:rPr lang="en-US" smtClean="0"/>
              <a:t>5/28/2026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B7453D-A2DE-FC48-89D3-FB45F315A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480265-45C6-004E-93A0-8311D81B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18513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48EB5-2F80-3740-ADBC-9276D29AF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1EFB3D-56AF-9B4D-896B-7C790BFDD7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CCCDF-8952-244F-B3AF-259E1079C551}" type="datetime1">
              <a:rPr lang="en-US" smtClean="0"/>
              <a:t>5/28/2026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4A47E0-D29A-0D4F-AA20-59BC3D894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C408FF-C29D-6448-8E96-67F051D4C2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970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685F5C-3C4F-FF4A-8F7D-AA6470289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749F46-7431-A14C-9516-51B389F59C62}" type="datetime1">
              <a:rPr lang="en-US" smtClean="0"/>
              <a:t>5/28/2026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CC0A80-3508-2042-962B-8274135314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6BD6860-4B46-DC47-9B45-0B1350C0D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243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9FDE3-C369-E84D-9FE3-8080013420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5153" y="457200"/>
            <a:ext cx="548149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7F222-6631-D041-A478-A2D81AB28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153" y="2057400"/>
            <a:ext cx="5481499" cy="3803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3FC992-8F32-8E40-BD86-121D5831AD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6F8601-27C7-5845-9966-985272C59EBA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632D6F-22C0-1B42-9516-A14F7D9AC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2FE5E-42EA-A343-9846-7455CA6D0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BFA107D-96CC-B54B-9157-28B20AA8D721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57200" y="-1"/>
            <a:ext cx="5638800" cy="684374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1015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A0914B-48D1-5E47-B978-4CB57EB57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E830C0-341C-084B-9FA2-3F6406C76C9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213292-6BF5-B24D-B888-877F2F9D05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2B1052-DBCC-594E-8A76-17F953D4E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3710EF-DF38-DF47-80F8-15B4419A5018}" type="datetime1">
              <a:rPr lang="en-US" smtClean="0"/>
              <a:t>5/28/2026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BB5BC2-8B2F-034A-BA2A-E43325415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C0B9352-797D-A74E-A9DE-18595CADA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55729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0F665-D4E6-B44D-8E71-85CE93048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0527F1F-62F0-F54D-9BFB-BAD25347E0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7C565-4387-2141-9CDD-909062C7E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343733-40A0-9B4E-8BF2-A30B7CF0D28B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4685DD-48FC-514E-AE21-CAC32C492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EF8797-17F3-FA45-99F4-8479C74F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8404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52BBD8-CE66-1048-8A75-DA9BD6125E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1F68AE3-E3DE-8843-95C5-D82599CE80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A75242-6CD1-0844-A515-28DAA5CD9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DAFCB7-DB4F-5043-AF30-D50E26A4B786}" type="datetime1">
              <a:rPr lang="en-US" smtClean="0"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5CB43-BCD4-1649-B616-EFFBCE0A7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9CF310-854F-574B-BF9C-335413AD1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70249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B1ADBD4-AB3B-884C-982B-CB2973B2F62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rcRect/>
          <a:stretch/>
        </p:blipFill>
        <p:spPr>
          <a:xfrm>
            <a:off x="0" y="-2810"/>
            <a:ext cx="12222404" cy="6860809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5BAD89-470C-3F44-84D8-41756490CF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70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70B72-0D93-F947-AD31-DC105800D3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FF41FF-BBD5-0D48-B586-9C16D11BEB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rEavesXLModOT" panose="020B0803060502020204" pitchFamily="34" charset="77"/>
              </a:defRPr>
            </a:lvl1pPr>
          </a:lstStyle>
          <a:p>
            <a:fld id="{D43D216A-2D38-F843-84FC-3F809F8E27CD}" type="datetime1">
              <a:rPr lang="en-US" smtClean="0"/>
              <a:pPr/>
              <a:t>5/28/2026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18C1E7-49E7-A647-B712-9C987F32F8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rEavesXLModOT" panose="020B0803060502020204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761FAE-7F7F-8B46-8ADD-D741AFCEAD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0" y="6356350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/>
                </a:solidFill>
                <a:latin typeface="MrEavesXLModOT" panose="020B0803060502020204" pitchFamily="34" charset="77"/>
              </a:defRPr>
            </a:lvl1pPr>
          </a:lstStyle>
          <a:p>
            <a:fld id="{6D6F0AC1-2ABB-3A49-A67F-8E42243F98C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2359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MrEavesXLModOT" panose="020B08030605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rEavesXLModOT" panose="020B08030605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88E061-0CC3-50AD-14D4-8FA55BDB8DF1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8000"/>
          </a:blip>
          <a:stretch>
            <a:fillRect/>
          </a:stretch>
        </p:blipFill>
        <p:spPr>
          <a:xfrm>
            <a:off x="438881" y="-16168"/>
            <a:ext cx="11776073" cy="637251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7027FF-098D-56B0-D31D-C9C9E0D68E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0" y="19876"/>
            <a:ext cx="12233273" cy="68669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CE21EAA-CFA9-2B45-8DD0-3802B9265D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0858" y="3846732"/>
            <a:ext cx="5170039" cy="1340998"/>
          </a:xfrm>
        </p:spPr>
        <p:txBody>
          <a:bodyPr>
            <a:noAutofit/>
          </a:bodyPr>
          <a:lstStyle/>
          <a:p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br>
              <a:rPr lang="en-US" sz="3200" b="0">
                <a:latin typeface="Aptos" panose="020B0004020202020204" pitchFamily="34" charset="0"/>
              </a:rPr>
            </a:br>
            <a:r>
              <a:rPr lang="en-US" sz="3200" b="0">
                <a:latin typeface="Aptos" panose="020B0004020202020204" pitchFamily="34" charset="0"/>
              </a:rPr>
              <a:t>Salinas and Jobos BESS Facility Performance Guarantees</a:t>
            </a:r>
            <a:endParaRPr lang="es-419" sz="4800" b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pic>
        <p:nvPicPr>
          <p:cNvPr id="4" name="Picture 3" descr="A lit up city at night&#10;&#10;Description automatically generated">
            <a:extLst>
              <a:ext uri="{FF2B5EF4-FFF2-40B4-BE49-F238E27FC236}">
                <a16:creationId xmlns:a16="http://schemas.microsoft.com/office/drawing/2014/main" id="{001D62BC-7E98-734A-94D6-0AF865395E6B}"/>
              </a:ext>
            </a:extLst>
          </p:cNvPr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38200" y="2357027"/>
            <a:ext cx="2756338" cy="865184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7460AA-C894-9848-B38C-2DBE1F8A3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D6F0AC1-2ABB-3A49-A67F-8E42243F98C5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031E4E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031E4E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5285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952A07-3F27-B43D-0BBB-267BDE25B6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8511-C5E1-FB2B-60EF-70768BE14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>
                <a:latin typeface="Aptos" panose="020B0004020202020204" pitchFamily="34" charset="0"/>
              </a:rPr>
              <a:t>Table of Contents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0E0CEF-2A63-965C-5709-A4AC28215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315E10D-CCA9-2EC1-ED4B-E450F5F5F583}"/>
              </a:ext>
            </a:extLst>
          </p:cNvPr>
          <p:cNvSpPr txBox="1"/>
          <p:nvPr/>
        </p:nvSpPr>
        <p:spPr>
          <a:xfrm>
            <a:off x="1161272" y="1359729"/>
            <a:ext cx="8856617" cy="50536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u="sng">
                <a:latin typeface="Aptos" panose="020B0004020202020204" pitchFamily="34" charset="0"/>
              </a:rPr>
              <a:t>Topic</a:t>
            </a:r>
            <a:r>
              <a:rPr lang="en-US" sz="2000" b="1">
                <a:latin typeface="Aptos" panose="020B0004020202020204" pitchFamily="34" charset="0"/>
              </a:rPr>
              <a:t>								</a:t>
            </a:r>
            <a:r>
              <a:rPr lang="en-US" sz="2000" b="1">
                <a:solidFill>
                  <a:srgbClr val="002060"/>
                </a:solidFill>
                <a:latin typeface="Aptos" panose="020B0004020202020204" pitchFamily="34" charset="0"/>
              </a:rPr>
              <a:t>        </a:t>
            </a:r>
            <a:r>
              <a:rPr lang="en-US" sz="2000" b="1" u="sng">
                <a:solidFill>
                  <a:srgbClr val="002060"/>
                </a:solidFill>
                <a:latin typeface="Aptos" panose="020B0004020202020204" pitchFamily="34" charset="0"/>
              </a:rPr>
              <a:t>Slide</a:t>
            </a:r>
            <a:endParaRPr lang="en-US" sz="2000" b="1" u="sng">
              <a:latin typeface="Aptos" panose="020B0004020202020204" pitchFamily="34" charset="0"/>
            </a:endParaRPr>
          </a:p>
          <a:p>
            <a:r>
              <a:rPr lang="en-US" sz="2000" b="1">
                <a:latin typeface="Aptos" panose="020B0004020202020204" pitchFamily="34" charset="0"/>
              </a:rPr>
              <a:t>Facility Performance Guarantees Overview				</a:t>
            </a:r>
            <a:r>
              <a:rPr lang="en-US" sz="2000">
                <a:latin typeface="Aptos" panose="020B0004020202020204" pitchFamily="34" charset="0"/>
              </a:rPr>
              <a:t>3</a:t>
            </a:r>
          </a:p>
          <a:p>
            <a:r>
              <a:rPr lang="en-US" sz="2000" b="1">
                <a:latin typeface="Aptos" panose="020B0004020202020204" pitchFamily="34" charset="0"/>
              </a:rPr>
              <a:t>Foundation						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Total Liquidated Damages (TLD) Formula 					4</a:t>
            </a:r>
          </a:p>
          <a:p>
            <a:pPr>
              <a:spcBef>
                <a:spcPts val="600"/>
              </a:spcBef>
            </a:pPr>
            <a:r>
              <a:rPr lang="en-US" sz="2000" b="1">
                <a:latin typeface="Aptos" panose="020B0004020202020204" pitchFamily="34" charset="0"/>
              </a:rPr>
              <a:t>Availability &amp; Capability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Facility Availability Benchmark and ALD 				               5-8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Guaranteed Capability Benchmark and CLD			             9-12</a:t>
            </a:r>
            <a:endParaRPr lang="en-US">
              <a:solidFill>
                <a:srgbClr val="92D050"/>
              </a:solidFill>
              <a:latin typeface="Aptos" panose="020B0004020202020204" pitchFamily="34" charset="0"/>
            </a:endParaRPr>
          </a:p>
          <a:p>
            <a:pPr>
              <a:spcBef>
                <a:spcPts val="600"/>
              </a:spcBef>
            </a:pPr>
            <a:r>
              <a:rPr lang="en-US" sz="2000" b="1">
                <a:latin typeface="Aptos" panose="020B0004020202020204" pitchFamily="34" charset="0"/>
              </a:rPr>
              <a:t>Efficiency &amp; Responsiveness</a:t>
            </a:r>
          </a:p>
          <a:p>
            <a:pPr marL="342900" indent="-34290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solidFill>
                  <a:srgbClr val="002060"/>
                </a:solidFill>
                <a:latin typeface="Aptos" panose="020B0004020202020204" pitchFamily="34" charset="0"/>
              </a:rPr>
              <a:t>Efficiency Benchmark, Calculation, and ELD			</a:t>
            </a:r>
            <a:r>
              <a:rPr lang="en-US">
                <a:latin typeface="Aptos" panose="020B0004020202020204" pitchFamily="34" charset="0"/>
              </a:rPr>
              <a:t>          13–17</a:t>
            </a:r>
            <a:endParaRPr lang="en-US" b="1">
              <a:latin typeface="Aptos" panose="020B0004020202020204" pitchFamily="34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000" b="1">
                <a:latin typeface="Aptos" panose="020B0004020202020204" pitchFamily="34" charset="0"/>
              </a:rPr>
              <a:t>Ramp Rate Guarantee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Ramp Rate Requirement and Repercussions 			         18–20</a:t>
            </a:r>
            <a:endParaRPr lang="en-US">
              <a:solidFill>
                <a:srgbClr val="92D050"/>
              </a:solidFill>
              <a:latin typeface="Aptos" panose="020B0004020202020204" pitchFamily="34" charset="0"/>
            </a:endParaRPr>
          </a:p>
          <a:p>
            <a:pPr>
              <a:lnSpc>
                <a:spcPct val="115000"/>
              </a:lnSpc>
              <a:spcBef>
                <a:spcPts val="600"/>
              </a:spcBef>
            </a:pPr>
            <a:r>
              <a:rPr lang="en-US" sz="2000" b="1">
                <a:latin typeface="Aptos" panose="020B0004020202020204" pitchFamily="34" charset="0"/>
              </a:rPr>
              <a:t>Performance Guarantees Summary</a:t>
            </a:r>
          </a:p>
          <a:p>
            <a:pPr marL="285750" indent="-285750">
              <a:lnSpc>
                <a:spcPct val="115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>
                <a:latin typeface="Aptos" panose="020B0004020202020204" pitchFamily="34" charset="0"/>
              </a:rPr>
              <a:t>Facility Performance Guarantees Summary 				         21-22</a:t>
            </a:r>
            <a:endParaRPr lang="en-US">
              <a:solidFill>
                <a:srgbClr val="92D050"/>
              </a:solidFill>
              <a:latin typeface="Aptos" panose="020B0004020202020204" pitchFamily="34" charset="0"/>
            </a:endParaRPr>
          </a:p>
          <a:p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2235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539B8F-781C-6BE8-F261-D74855155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923D7B-F3D3-A480-BA5A-733F57278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Facility Performance Guarantees Overview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1BAA38-F7B6-9B38-02C8-20BA5A848C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EC25A8C-4779-2C45-E505-CB2E294BDB9C}"/>
              </a:ext>
            </a:extLst>
          </p:cNvPr>
          <p:cNvSpPr txBox="1"/>
          <p:nvPr/>
        </p:nvSpPr>
        <p:spPr>
          <a:xfrm>
            <a:off x="1201783" y="1494913"/>
            <a:ext cx="1015201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The contract defines </a:t>
            </a:r>
            <a:r>
              <a:rPr lang="en-US" sz="2400" b="1">
                <a:latin typeface="Aptos" panose="020B0004020202020204" pitchFamily="34" charset="0"/>
              </a:rPr>
              <a:t>4 key performance benchmarks </a:t>
            </a:r>
            <a:r>
              <a:rPr lang="en-US" sz="2400">
                <a:latin typeface="Aptos" panose="020B0004020202020204" pitchFamily="34" charset="0"/>
              </a:rPr>
              <a:t>the system must meet across Availability, Capacity, Efficiency, and Responsiveness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Failure to meet these benchmarks results in </a:t>
            </a:r>
            <a:r>
              <a:rPr lang="en-US" sz="2400" b="1">
                <a:latin typeface="Aptos" panose="020B0004020202020204" pitchFamily="34" charset="0"/>
              </a:rPr>
              <a:t>financial penalties or operational restrictions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 b="1">
                <a:latin typeface="Aptos" panose="020B0004020202020204" pitchFamily="34" charset="0"/>
              </a:rPr>
              <a:t>These metrics directly impact overall compensation</a:t>
            </a:r>
            <a:endParaRPr lang="en-US" sz="2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407367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2575B5-CD99-D3CF-4300-CE1C04A74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1044BA-D525-485E-F3DD-C644B2470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Total Liquidated Damages ($)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1CD5B-98EF-16F4-07A0-C39B10DB2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4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70651E-83D3-FC3A-CE8F-539EC189C129}"/>
              </a:ext>
            </a:extLst>
          </p:cNvPr>
          <p:cNvSpPr txBox="1"/>
          <p:nvPr/>
        </p:nvSpPr>
        <p:spPr>
          <a:xfrm>
            <a:off x="1201784" y="1418192"/>
            <a:ext cx="10185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>
                <a:solidFill>
                  <a:srgbClr val="0956DF"/>
                </a:solidFill>
                <a:latin typeface="Aptos" panose="020B0004020202020204" pitchFamily="34" charset="0"/>
              </a:rPr>
              <a:t>TLD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= </a:t>
            </a:r>
            <a:r>
              <a:rPr lang="en-US" sz="3600">
                <a:solidFill>
                  <a:schemeClr val="accent4"/>
                </a:solidFill>
                <a:latin typeface="Aptos" panose="020B0004020202020204" pitchFamily="34" charset="0"/>
              </a:rPr>
              <a:t>ALD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+ </a:t>
            </a:r>
            <a:r>
              <a:rPr lang="en-US" sz="3600">
                <a:solidFill>
                  <a:schemeClr val="accent1"/>
                </a:solidFill>
                <a:latin typeface="Aptos" panose="020B0004020202020204" pitchFamily="34" charset="0"/>
              </a:rPr>
              <a:t>CLD</a:t>
            </a:r>
            <a:r>
              <a:rPr lang="en-US" sz="3600">
                <a:solidFill>
                  <a:srgbClr val="000000"/>
                </a:solidFill>
                <a:latin typeface="Aptos" panose="020B0004020202020204" pitchFamily="34" charset="0"/>
              </a:rPr>
              <a:t> + </a:t>
            </a:r>
            <a:r>
              <a:rPr lang="en-US" sz="3600">
                <a:solidFill>
                  <a:schemeClr val="accent2"/>
                </a:solidFill>
                <a:latin typeface="Aptos" panose="020B0004020202020204" pitchFamily="34" charset="0"/>
              </a:rPr>
              <a:t>ELD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499395-339B-B677-F4A9-A147789B59AC}"/>
              </a:ext>
            </a:extLst>
          </p:cNvPr>
          <p:cNvSpPr txBox="1"/>
          <p:nvPr/>
        </p:nvSpPr>
        <p:spPr>
          <a:xfrm>
            <a:off x="1460222" y="2064523"/>
            <a:ext cx="9271555" cy="1856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4"/>
                </a:solidFill>
                <a:latin typeface="Aptos" panose="020B0004020202020204" pitchFamily="34" charset="0"/>
              </a:rPr>
              <a:t>ALD</a:t>
            </a:r>
            <a:r>
              <a:rPr lang="en-US" sz="2000">
                <a:latin typeface="Aptos" panose="020B0004020202020204" pitchFamily="34" charset="0"/>
              </a:rPr>
              <a:t> = Availability Liquidated Damages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1"/>
                </a:solidFill>
                <a:latin typeface="Aptos" panose="020B0004020202020204" pitchFamily="34" charset="0"/>
              </a:rPr>
              <a:t>CLD</a:t>
            </a:r>
            <a:r>
              <a:rPr lang="en-US" sz="2000">
                <a:latin typeface="Aptos" panose="020B0004020202020204" pitchFamily="34" charset="0"/>
              </a:rPr>
              <a:t> = Capability Liquidated Damages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2"/>
                </a:solidFill>
                <a:latin typeface="Aptos" panose="020B0004020202020204" pitchFamily="34" charset="0"/>
              </a:rPr>
              <a:t>ELD</a:t>
            </a:r>
            <a:r>
              <a:rPr lang="en-US" sz="2000">
                <a:latin typeface="Aptos" panose="020B0004020202020204" pitchFamily="34" charset="0"/>
              </a:rPr>
              <a:t> = Efficiency Liquidated Damages </a:t>
            </a:r>
          </a:p>
        </p:txBody>
      </p:sp>
    </p:spTree>
    <p:extLst>
      <p:ext uri="{BB962C8B-B14F-4D97-AF65-F5344CB8AC3E}">
        <p14:creationId xmlns:p14="http://schemas.microsoft.com/office/powerpoint/2010/main" val="15924810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5490F-496B-1498-7AAF-43FEAA216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4123C-D26F-2139-B98A-1DE28868F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Facility Availability Benchmark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A9193D-1E8F-DA72-806C-705861253D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09289F-E6BB-DD6C-598B-16EDFFA2D1C6}"/>
              </a:ext>
            </a:extLst>
          </p:cNvPr>
          <p:cNvSpPr txBox="1"/>
          <p:nvPr/>
        </p:nvSpPr>
        <p:spPr>
          <a:xfrm>
            <a:off x="1109186" y="1494913"/>
            <a:ext cx="862148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Contract requires the system to be operational and available </a:t>
            </a:r>
          </a:p>
          <a:p>
            <a:r>
              <a:rPr lang="en-US" sz="2400" b="1">
                <a:latin typeface="Aptos" panose="020B0004020202020204" pitchFamily="34" charset="0"/>
              </a:rPr>
              <a:t>at least 70% of the time</a:t>
            </a:r>
            <a:r>
              <a:rPr lang="en-US" sz="2400">
                <a:latin typeface="Aptos" panose="020B0004020202020204" pitchFamily="34" charset="0"/>
              </a:rPr>
              <a:t> each billing period 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If the 70% benchmark is not met, the provider is financially penalized through </a:t>
            </a:r>
            <a:r>
              <a:rPr lang="en-US" sz="2400" b="1">
                <a:latin typeface="Aptos" panose="020B0004020202020204" pitchFamily="34" charset="0"/>
              </a:rPr>
              <a:t>Availability Liquidated Damages</a:t>
            </a:r>
            <a:r>
              <a:rPr lang="en-US" sz="2400">
                <a:latin typeface="Aptos" panose="020B0004020202020204" pitchFamily="34" charset="0"/>
              </a:rPr>
              <a:t> </a:t>
            </a:r>
          </a:p>
          <a:p>
            <a:endParaRPr lang="en-US" sz="2000" b="1">
              <a:latin typeface="Aptos" panose="020B0004020202020204" pitchFamily="34" charset="0"/>
            </a:endParaRPr>
          </a:p>
          <a:p>
            <a:endParaRPr lang="en-US" sz="20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59204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29AAE-9495-A08B-1642-9F546173F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9D0D2-C014-3315-33CA-7B658D7F5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Availability Liquidated Damages ($)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DC53DA-9B3F-B259-BDB0-4ACF6A5A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6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198ED4-8294-EE39-EFCD-988F083045C3}"/>
                  </a:ext>
                </a:extLst>
              </p:cNvPr>
              <p:cNvSpPr txBox="1"/>
              <p:nvPr/>
            </p:nvSpPr>
            <p:spPr>
              <a:xfrm>
                <a:off x="1201784" y="1418192"/>
                <a:ext cx="10185572" cy="883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rgbClr val="0956DF"/>
                    </a:solidFill>
                    <a:latin typeface="Aptos" panose="020B0004020202020204" pitchFamily="34" charset="0"/>
                  </a:rPr>
                  <a:t>ALD</a:t>
                </a:r>
                <a:r>
                  <a:rPr lang="en-US" sz="360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𝑇𝐴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𝐹𝐴</m:t>
                        </m:r>
                      </m:e>
                    </m:d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sz="3600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𝐷𝐷𝐸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×(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𝑅𝐸𝑅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436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𝐶𝑃𝑃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72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AB198ED4-8294-EE39-EFCD-988F083045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84" y="1418192"/>
                <a:ext cx="10185572" cy="883062"/>
              </a:xfrm>
              <a:prstGeom prst="rect">
                <a:avLst/>
              </a:prstGeom>
              <a:blipFill>
                <a:blip r:embed="rId2"/>
                <a:stretch>
                  <a:fillRect l="-1795" b="-1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921A817-4586-75F8-992E-E5772D15EC2D}"/>
              </a:ext>
            </a:extLst>
          </p:cNvPr>
          <p:cNvSpPr txBox="1"/>
          <p:nvPr/>
        </p:nvSpPr>
        <p:spPr>
          <a:xfrm>
            <a:off x="1525874" y="2067302"/>
            <a:ext cx="9271555" cy="3087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4"/>
                </a:solidFill>
                <a:latin typeface="Aptos" panose="020B0004020202020204" pitchFamily="34" charset="0"/>
              </a:rPr>
              <a:t>TA</a:t>
            </a:r>
            <a:r>
              <a:rPr lang="en-US" sz="2000">
                <a:latin typeface="Aptos" panose="020B0004020202020204" pitchFamily="34" charset="0"/>
              </a:rPr>
              <a:t> = Threshold Availability (%)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1"/>
                </a:solidFill>
                <a:latin typeface="Aptos" panose="020B0004020202020204" pitchFamily="34" charset="0"/>
              </a:rPr>
              <a:t>FA</a:t>
            </a:r>
            <a:r>
              <a:rPr lang="en-US" sz="2000">
                <a:latin typeface="Aptos" panose="020B0004020202020204" pitchFamily="34" charset="0"/>
              </a:rPr>
              <a:t> = Facility Availability for such Billing Period (%)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2"/>
                </a:solidFill>
                <a:latin typeface="Aptos" panose="020B0004020202020204" pitchFamily="34" charset="0"/>
              </a:rPr>
              <a:t>DDE</a:t>
            </a:r>
            <a:r>
              <a:rPr lang="en-US" sz="2000">
                <a:latin typeface="Aptos" panose="020B0004020202020204" pitchFamily="34" charset="0"/>
              </a:rPr>
              <a:t> = Degraded Duration Energy applicable to such Agreement Year (MWh)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tx2"/>
                </a:solidFill>
                <a:latin typeface="Aptos" panose="020B0004020202020204" pitchFamily="34" charset="0"/>
              </a:rPr>
              <a:t>RER</a:t>
            </a:r>
            <a:r>
              <a:rPr lang="en-US" sz="2000">
                <a:latin typeface="Aptos" panose="020B0004020202020204" pitchFamily="34" charset="0"/>
              </a:rPr>
              <a:t> = Replacement Energy Rate of $170/ MWh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rgbClr val="436120"/>
                </a:solidFill>
                <a:latin typeface="Aptos" panose="020B0004020202020204" pitchFamily="34" charset="0"/>
              </a:rPr>
              <a:t>CPP</a:t>
            </a:r>
            <a:r>
              <a:rPr lang="en-US" sz="2000">
                <a:latin typeface="Aptos" panose="020B0004020202020204" pitchFamily="34" charset="0"/>
              </a:rPr>
              <a:t> = Capability Payment Price applicable to such Agreement Year ($/MW-month)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71EA46-21F3-0A6E-C533-A432A43BD230}"/>
                  </a:ext>
                </a:extLst>
              </p:cNvPr>
              <p:cNvSpPr txBox="1"/>
              <p:nvPr/>
            </p:nvSpPr>
            <p:spPr>
              <a:xfrm>
                <a:off x="838200" y="6027253"/>
                <a:ext cx="3715775" cy="6581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30.33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𝐷𝑎𝑦𝑠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𝑀𝑜𝑛𝑡h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𝐻𝑜𝑢𝑟𝑠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𝐷𝑎𝑦</m:t>
                          </m:r>
                        </m:den>
                      </m:f>
                    </m:oMath>
                  </m:oMathPara>
                </a14:m>
                <a:endParaRPr lang="en-US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B71EA46-21F3-0A6E-C533-A432A43BD2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27253"/>
                <a:ext cx="3715775" cy="658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70167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BBD2A5-500D-3F54-A891-821ED3B1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9CC93-B07A-FA0A-EB89-8A927D544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Facility Availability Benchmark - Repercussions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435D55-831E-A23E-7C97-FC862329E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3327CC0-9CDB-E4D6-218B-398E4923D0FF}"/>
              </a:ext>
            </a:extLst>
          </p:cNvPr>
          <p:cNvSpPr txBox="1"/>
          <p:nvPr/>
        </p:nvSpPr>
        <p:spPr>
          <a:xfrm>
            <a:off x="1201783" y="1747481"/>
            <a:ext cx="86214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b="1">
              <a:latin typeface="Aptos" panose="020B0004020202020204" pitchFamily="34" charset="0"/>
            </a:endParaRPr>
          </a:p>
          <a:p>
            <a:endParaRPr lang="en-US" sz="2000" b="1">
              <a:latin typeface="Aptos" panose="020B00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4FE41B-0820-DBCC-5E40-1ABFFD52F395}"/>
              </a:ext>
            </a:extLst>
          </p:cNvPr>
          <p:cNvSpPr txBox="1"/>
          <p:nvPr/>
        </p:nvSpPr>
        <p:spPr>
          <a:xfrm>
            <a:off x="1201783" y="1747481"/>
            <a:ext cx="92331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If Facility Availability falls </a:t>
            </a:r>
            <a:r>
              <a:rPr lang="en-US" sz="2400" b="1">
                <a:latin typeface="Aptos" panose="020B0004020202020204" pitchFamily="34" charset="0"/>
              </a:rPr>
              <a:t>below 70% </a:t>
            </a:r>
            <a:r>
              <a:rPr lang="en-US" sz="2400">
                <a:latin typeface="Aptos" panose="020B0004020202020204" pitchFamily="34" charset="0"/>
              </a:rPr>
              <a:t>in a billing period, the Monthly Fixed Payment (MFP) </a:t>
            </a:r>
            <a:r>
              <a:rPr lang="en-US" sz="2400" b="1">
                <a:latin typeface="Aptos" panose="020B0004020202020204" pitchFamily="34" charset="0"/>
              </a:rPr>
              <a:t>is reduced to $0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In addition, the provider must pay Availability Liquidated Damages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This means the provider not only loses all revenue for the month, </a:t>
            </a:r>
          </a:p>
          <a:p>
            <a:r>
              <a:rPr lang="en-US" sz="2400" b="1">
                <a:latin typeface="Aptos" panose="020B0004020202020204" pitchFamily="34" charset="0"/>
              </a:rPr>
              <a:t>but also owes money to PREPA</a:t>
            </a:r>
          </a:p>
          <a:p>
            <a:endParaRPr lang="en-US" sz="2400" b="1">
              <a:latin typeface="Aptos" panose="020B0004020202020204" pitchFamily="34" charset="0"/>
            </a:endParaRPr>
          </a:p>
          <a:p>
            <a:endParaRPr lang="en-US" sz="2400" b="1">
              <a:latin typeface="Aptos" panose="020B0004020202020204" pitchFamily="34" charset="0"/>
            </a:endParaRPr>
          </a:p>
          <a:p>
            <a:r>
              <a:rPr lang="en-US" sz="2400" b="1">
                <a:latin typeface="Aptos" panose="020B0004020202020204" pitchFamily="34" charset="0"/>
              </a:rPr>
              <a:t>Maintaining at least 70% availability is critical to avoid both lost revenue and financial penalties</a:t>
            </a:r>
            <a:endParaRPr lang="en-US" sz="2400">
              <a:latin typeface="Aptos" panose="020B0004020202020204" pitchFamily="34" charset="0"/>
            </a:endParaRPr>
          </a:p>
          <a:p>
            <a:endParaRPr lang="en-US" sz="2400">
              <a:latin typeface="Aptos" panose="020B0004020202020204" pitchFamily="34" charset="0"/>
            </a:endParaRPr>
          </a:p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6DB303-7CAA-08F7-736E-73AFBAC6A53A}"/>
              </a:ext>
            </a:extLst>
          </p:cNvPr>
          <p:cNvSpPr txBox="1"/>
          <p:nvPr/>
        </p:nvSpPr>
        <p:spPr>
          <a:xfrm>
            <a:off x="1201782" y="1747480"/>
            <a:ext cx="923313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If Facility Availability falls </a:t>
            </a:r>
            <a:r>
              <a:rPr lang="en-US" sz="2400" b="1">
                <a:latin typeface="Aptos" panose="020B0004020202020204" pitchFamily="34" charset="0"/>
              </a:rPr>
              <a:t>below 70% </a:t>
            </a:r>
            <a:r>
              <a:rPr lang="en-US" sz="2400">
                <a:latin typeface="Aptos" panose="020B0004020202020204" pitchFamily="34" charset="0"/>
              </a:rPr>
              <a:t>in a billing period, the Monthly Fixed Payment (MFP) </a:t>
            </a:r>
            <a:r>
              <a:rPr lang="en-US" sz="2400" b="1">
                <a:latin typeface="Aptos" panose="020B0004020202020204" pitchFamily="34" charset="0"/>
              </a:rPr>
              <a:t>is reduced to $0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In addition, the provider must pay Availability Liquidated Damages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This means the provider not only loses all revenue for the month, </a:t>
            </a:r>
          </a:p>
          <a:p>
            <a:r>
              <a:rPr lang="en-US" sz="2400" b="1">
                <a:latin typeface="Aptos" panose="020B0004020202020204" pitchFamily="34" charset="0"/>
              </a:rPr>
              <a:t>but also owes money to PREPA</a:t>
            </a:r>
          </a:p>
          <a:p>
            <a:endParaRPr lang="en-US" sz="2400" b="1">
              <a:latin typeface="Aptos" panose="020B0004020202020204" pitchFamily="34" charset="0"/>
            </a:endParaRPr>
          </a:p>
          <a:p>
            <a:endParaRPr lang="en-US" sz="2400" b="1">
              <a:latin typeface="Aptos" panose="020B0004020202020204" pitchFamily="34" charset="0"/>
            </a:endParaRPr>
          </a:p>
          <a:p>
            <a:r>
              <a:rPr lang="en-US" sz="2400" b="1">
                <a:latin typeface="Aptos" panose="020B0004020202020204" pitchFamily="34" charset="0"/>
              </a:rPr>
              <a:t>Maintaining at least 70% availability is critical to avoid both lost revenue and financial penalties</a:t>
            </a:r>
            <a:endParaRPr lang="en-US" sz="2400">
              <a:latin typeface="Aptos" panose="020B0004020202020204" pitchFamily="34" charset="0"/>
            </a:endParaRPr>
          </a:p>
          <a:p>
            <a:endParaRPr lang="en-US" sz="2400">
              <a:latin typeface="Aptos" panose="020B0004020202020204" pitchFamily="34" charset="0"/>
            </a:endParaRPr>
          </a:p>
          <a:p>
            <a:endParaRPr lang="en-US" sz="2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10813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552722-28FD-FE54-CA12-91EB3BED26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284D3F-6BE3-06FB-E972-A8050A44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8</a:t>
            </a:fld>
            <a:endParaRPr lang="en-US"/>
          </a:p>
        </p:txBody>
      </p:sp>
      <p:sp>
        <p:nvSpPr>
          <p:cNvPr id="80" name="Shape 3">
            <a:extLst>
              <a:ext uri="{FF2B5EF4-FFF2-40B4-BE49-F238E27FC236}">
                <a16:creationId xmlns:a16="http://schemas.microsoft.com/office/drawing/2014/main" id="{3E03333F-5427-9984-538E-CA0A69DE7037}"/>
              </a:ext>
            </a:extLst>
          </p:cNvPr>
          <p:cNvSpPr/>
          <p:nvPr/>
        </p:nvSpPr>
        <p:spPr>
          <a:xfrm>
            <a:off x="933427" y="1524000"/>
            <a:ext cx="4000399" cy="4456112"/>
          </a:xfrm>
          <a:prstGeom prst="rect">
            <a:avLst/>
          </a:prstGeom>
          <a:solidFill>
            <a:srgbClr val="F7F9FC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90" name="Shape 13">
            <a:extLst>
              <a:ext uri="{FF2B5EF4-FFF2-40B4-BE49-F238E27FC236}">
                <a16:creationId xmlns:a16="http://schemas.microsoft.com/office/drawing/2014/main" id="{F5249135-C3B3-2CC9-718E-76C16101A3B2}"/>
              </a:ext>
            </a:extLst>
          </p:cNvPr>
          <p:cNvSpPr/>
          <p:nvPr/>
        </p:nvSpPr>
        <p:spPr>
          <a:xfrm>
            <a:off x="5206875" y="1475863"/>
            <a:ext cx="5537056" cy="4475162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CE6145D7-E982-415D-E697-23CF1E26F2F3}"/>
              </a:ext>
            </a:extLst>
          </p:cNvPr>
          <p:cNvSpPr txBox="1"/>
          <p:nvPr/>
        </p:nvSpPr>
        <p:spPr>
          <a:xfrm>
            <a:off x="838199" y="5980112"/>
            <a:ext cx="9905731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latin typeface="Aptos" panose="020B0004020202020204" pitchFamily="34" charset="0"/>
              </a:rPr>
              <a:t>RESULT: $5,420.95 ALD owed to PREPA</a:t>
            </a:r>
          </a:p>
        </p:txBody>
      </p:sp>
      <p:sp>
        <p:nvSpPr>
          <p:cNvPr id="104" name="Title 1">
            <a:extLst>
              <a:ext uri="{FF2B5EF4-FFF2-40B4-BE49-F238E27FC236}">
                <a16:creationId xmlns:a16="http://schemas.microsoft.com/office/drawing/2014/main" id="{8021C7A8-692F-B7FB-6F5E-BB45BC1A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031E4E"/>
                </a:solidFill>
                <a:latin typeface="MrEavesXLModOT" panose="020B0803060502020204"/>
                <a:ea typeface="Calibri" pitchFamily="34" charset="-122"/>
                <a:cs typeface="Calibri" pitchFamily="34" charset="-120"/>
              </a:rPr>
              <a:t>Example: 60% Availability Triggers ALD and Zero MFP</a:t>
            </a:r>
            <a:endParaRPr lang="en-US" sz="3200">
              <a:latin typeface="MrEavesXLModOT" panose="020B0803060502020204"/>
            </a:endParaRPr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6CE69035-45E1-4668-BE62-572AA5CA7FA2}"/>
              </a:ext>
            </a:extLst>
          </p:cNvPr>
          <p:cNvSpPr/>
          <p:nvPr/>
        </p:nvSpPr>
        <p:spPr>
          <a:xfrm>
            <a:off x="1206476" y="2159000"/>
            <a:ext cx="3092358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F0AAAF86-A1CB-4E01-BAF8-6A9CED582B64}"/>
              </a:ext>
            </a:extLst>
          </p:cNvPr>
          <p:cNvSpPr/>
          <p:nvPr/>
        </p:nvSpPr>
        <p:spPr>
          <a:xfrm>
            <a:off x="5225927" y="2139950"/>
            <a:ext cx="5225904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1B64343D-8797-49BD-9C5C-92E5DFD6CFA8}"/>
              </a:ext>
            </a:extLst>
          </p:cNvPr>
          <p:cNvSpPr txBox="1"/>
          <p:nvPr/>
        </p:nvSpPr>
        <p:spPr>
          <a:xfrm>
            <a:off x="1206476" y="1494913"/>
            <a:ext cx="3727350" cy="4456111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r>
              <a:rPr lang="en-US" sz="2400" b="1">
                <a:solidFill>
                  <a:srgbClr val="031E4E"/>
                </a:solidFill>
                <a:latin typeface="Aptos"/>
              </a:rPr>
              <a:t>SCENARIO &amp; INPUTS</a:t>
            </a:r>
            <a:r>
              <a:rPr lang="en-US" sz="1600">
                <a:solidFill>
                  <a:srgbClr val="031E4E"/>
                </a:solidFill>
                <a:latin typeface="Aptos"/>
              </a:rPr>
              <a:t>
</a:t>
            </a:r>
            <a:r>
              <a:rPr lang="en-US">
                <a:solidFill>
                  <a:srgbClr val="031E4E"/>
                </a:solidFill>
                <a:latin typeface="Aptos"/>
              </a:rPr>
              <a:t>Facility Availability is measured at 60% in Agreement Year 1, below the 70% threshold.
</a:t>
            </a:r>
            <a:r>
              <a:rPr lang="en-US" b="1">
                <a:solidFill>
                  <a:srgbClr val="659130"/>
                </a:solidFill>
                <a:latin typeface="Aptos"/>
              </a:rPr>
              <a:t>TA</a:t>
            </a:r>
            <a:r>
              <a:rPr lang="en-US">
                <a:solidFill>
                  <a:srgbClr val="031E4E"/>
                </a:solidFill>
                <a:latin typeface="Aptos"/>
              </a:rPr>
              <a:t> = 70.0%    </a:t>
            </a:r>
          </a:p>
          <a:p>
            <a:r>
              <a:rPr lang="en-US" b="1">
                <a:solidFill>
                  <a:srgbClr val="C00000"/>
                </a:solidFill>
                <a:latin typeface="Aptos"/>
              </a:rPr>
              <a:t>FA</a:t>
            </a:r>
            <a:r>
              <a:rPr lang="en-US">
                <a:solidFill>
                  <a:srgbClr val="031E4E"/>
                </a:solidFill>
                <a:latin typeface="Aptos"/>
              </a:rPr>
              <a:t> = 60.0%
</a:t>
            </a:r>
            <a:r>
              <a:rPr lang="en-US">
                <a:solidFill>
                  <a:schemeClr val="tx1">
                    <a:lumMod val="10000"/>
                    <a:lumOff val="90000"/>
                  </a:schemeClr>
                </a:solidFill>
                <a:latin typeface="Aptos"/>
              </a:rPr>
              <a:t>DDE</a:t>
            </a:r>
            <a:r>
              <a:rPr lang="en-US">
                <a:solidFill>
                  <a:srgbClr val="031E4E"/>
                </a:solidFill>
                <a:latin typeface="Aptos"/>
              </a:rPr>
              <a:t> = 400 MWh
</a:t>
            </a:r>
            <a:r>
              <a:rPr lang="en-US" b="1">
                <a:solidFill>
                  <a:srgbClr val="0956DF"/>
                </a:solidFill>
                <a:latin typeface="Aptos"/>
              </a:rPr>
              <a:t>RER</a:t>
            </a:r>
            <a:r>
              <a:rPr lang="en-US">
                <a:solidFill>
                  <a:srgbClr val="031E4E"/>
                </a:solidFill>
                <a:latin typeface="Aptos"/>
              </a:rPr>
              <a:t> = $170/MWh
</a:t>
            </a:r>
            <a:r>
              <a:rPr lang="en-US" b="1">
                <a:solidFill>
                  <a:srgbClr val="436120"/>
                </a:solidFill>
                <a:latin typeface="Aptos" panose="020B0004020202020204" pitchFamily="34" charset="0"/>
              </a:rPr>
              <a:t>CPP</a:t>
            </a:r>
            <a:r>
              <a:rPr lang="en-US">
                <a:solidFill>
                  <a:srgbClr val="031E4E"/>
                </a:solidFill>
                <a:latin typeface="Aptos"/>
              </a:rPr>
              <a:t> = $25,096/MW-month
</a:t>
            </a:r>
            <a:r>
              <a:rPr lang="en-US" sz="1600">
                <a:solidFill>
                  <a:srgbClr val="031E4E"/>
                </a:solidFill>
                <a:latin typeface="Aptos"/>
              </a:rPr>
              <a:t>
</a:t>
            </a:r>
            <a:r>
              <a:rPr lang="en-US" b="1">
                <a:solidFill>
                  <a:srgbClr val="C00000"/>
                </a:solidFill>
                <a:latin typeface="Aptos"/>
              </a:rPr>
              <a:t>FA</a:t>
            </a:r>
            <a:r>
              <a:rPr lang="en-US" b="1">
                <a:solidFill>
                  <a:srgbClr val="031E4E"/>
                </a:solidFill>
                <a:latin typeface="Aptos"/>
              </a:rPr>
              <a:t> &lt; </a:t>
            </a:r>
            <a:r>
              <a:rPr lang="en-US" b="1">
                <a:solidFill>
                  <a:srgbClr val="659130"/>
                </a:solidFill>
                <a:latin typeface="Aptos"/>
              </a:rPr>
              <a:t>TA</a:t>
            </a:r>
            <a:r>
              <a:rPr lang="en-US" b="1">
                <a:solidFill>
                  <a:srgbClr val="031E4E"/>
                </a:solidFill>
                <a:latin typeface="Aptos"/>
              </a:rPr>
              <a:t> → </a:t>
            </a:r>
            <a:r>
              <a:rPr lang="en-US" b="1">
                <a:solidFill>
                  <a:srgbClr val="0956DF"/>
                </a:solidFill>
                <a:latin typeface="Aptos"/>
              </a:rPr>
              <a:t>ALD</a:t>
            </a:r>
            <a:r>
              <a:rPr lang="en-US" b="1">
                <a:solidFill>
                  <a:srgbClr val="031E4E"/>
                </a:solidFill>
                <a:latin typeface="Aptos"/>
              </a:rPr>
              <a:t> begins</a:t>
            </a:r>
            <a:r>
              <a:rPr lang="en-US">
                <a:solidFill>
                  <a:srgbClr val="031E4E"/>
                </a:solidFill>
                <a:latin typeface="Aptos"/>
              </a:rPr>
              <a:t>
</a:t>
            </a:r>
            <a:r>
              <a:rPr lang="en-US" b="1">
                <a:solidFill>
                  <a:srgbClr val="031E4E"/>
                </a:solidFill>
                <a:latin typeface="Aptos"/>
              </a:rPr>
              <a:t>MFP is reduced to $0 when </a:t>
            </a:r>
          </a:p>
          <a:p>
            <a:r>
              <a:rPr lang="en-US" b="1">
                <a:solidFill>
                  <a:srgbClr val="C00000"/>
                </a:solidFill>
                <a:latin typeface="Aptos"/>
              </a:rPr>
              <a:t>FA</a:t>
            </a:r>
            <a:r>
              <a:rPr lang="en-US" b="1">
                <a:solidFill>
                  <a:srgbClr val="031E4E"/>
                </a:solidFill>
                <a:latin typeface="Aptos"/>
              </a:rPr>
              <a:t> &lt; 80%</a:t>
            </a:r>
            <a:endParaRPr lang="en-US">
              <a:solidFill>
                <a:srgbClr val="031E4E"/>
              </a:solidFill>
              <a:latin typeface="Aptos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9CBE589D-BE73-43E9-B2BB-8F320A9D6EA7}"/>
              </a:ext>
            </a:extLst>
          </p:cNvPr>
          <p:cNvSpPr txBox="1"/>
          <p:nvPr/>
        </p:nvSpPr>
        <p:spPr>
          <a:xfrm>
            <a:off x="5225927" y="1475863"/>
            <a:ext cx="5518004" cy="4504249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031E4E"/>
                </a:solidFill>
                <a:latin typeface="Aptos"/>
              </a:rPr>
              <a:t>CALCULATION PATH</a:t>
            </a:r>
            <a:r>
              <a:rPr lang="en-US" sz="1600">
                <a:solidFill>
                  <a:srgbClr val="031E4E"/>
                </a:solidFill>
                <a:latin typeface="Aptos"/>
              </a:rPr>
              <a:t>
1. Net rat 
$170 − $25,096 ÷ 727.92 = $135.52/MWh
2. Energy shortfall
(70% − 60%) × 400 = 40 MWh
3. ALD owed
40 × $135.52 = $5,420.95</a:t>
            </a:r>
          </a:p>
        </p:txBody>
      </p:sp>
    </p:spTree>
    <p:extLst>
      <p:ext uri="{BB962C8B-B14F-4D97-AF65-F5344CB8AC3E}">
        <p14:creationId xmlns:p14="http://schemas.microsoft.com/office/powerpoint/2010/main" val="8239019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390AF-7274-1452-F478-F2B0B0AAE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97E0E8-E81B-E7C7-5D25-F3281FC5A2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Guaranteed Capability Benchmark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38544D-A111-2D9E-9370-556A0D6A93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DF22CB-1A7C-742C-1279-48DAE6988C54}"/>
              </a:ext>
            </a:extLst>
          </p:cNvPr>
          <p:cNvSpPr txBox="1"/>
          <p:nvPr/>
        </p:nvSpPr>
        <p:spPr>
          <a:xfrm>
            <a:off x="1201783" y="1747481"/>
            <a:ext cx="862148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Contract requires the system to maintain </a:t>
            </a:r>
            <a:r>
              <a:rPr lang="en-US" sz="2400" b="1"/>
              <a:t>a minimum energy capacity (Guaranteed Capability)</a:t>
            </a:r>
            <a:r>
              <a:rPr lang="en-US" sz="2400"/>
              <a:t> throughout the contract term, as verified through performance testing</a:t>
            </a:r>
          </a:p>
          <a:p>
            <a:endParaRPr lang="en-US" sz="2400"/>
          </a:p>
          <a:p>
            <a:r>
              <a:rPr lang="en-US" sz="2400"/>
              <a:t>If the benchmark is not met, the provider is financially penalized through </a:t>
            </a:r>
            <a:r>
              <a:rPr lang="en-US" sz="2400" b="1"/>
              <a:t>Capability Liquidated Damages (by day) </a:t>
            </a:r>
            <a:r>
              <a:rPr lang="en-US" sz="2400"/>
              <a:t>until performance is restored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endParaRPr lang="en-US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963216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2B07FB-F740-C16A-8CFD-9225FD70FC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91CC02-B052-374B-4337-9113D43B9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Capability Liquidated Damages ($)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9D4218-6F7E-5E6D-398C-82066B7BA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10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F0EE6A-0009-C66C-3E4C-8C2E13AD6A99}"/>
                  </a:ext>
                </a:extLst>
              </p:cNvPr>
              <p:cNvSpPr txBox="1"/>
              <p:nvPr/>
            </p:nvSpPr>
            <p:spPr>
              <a:xfrm>
                <a:off x="1201784" y="1418192"/>
                <a:ext cx="10185572" cy="883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rgbClr val="0956DF"/>
                    </a:solidFill>
                    <a:latin typeface="Aptos" panose="020B0004020202020204" pitchFamily="34" charset="0"/>
                  </a:rPr>
                  <a:t>CLD</a:t>
                </a:r>
                <a:r>
                  <a:rPr lang="en-US" sz="360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3600" b="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𝐺𝐶</m:t>
                        </m:r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𝑇𝐷𝐸</m:t>
                        </m:r>
                      </m:e>
                    </m:d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𝑅𝐸𝑅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436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𝐶𝑃𝑃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72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FF0EE6A-0009-C66C-3E4C-8C2E13AD6A9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84" y="1418192"/>
                <a:ext cx="10185572" cy="883062"/>
              </a:xfrm>
              <a:prstGeom prst="rect">
                <a:avLst/>
              </a:prstGeom>
              <a:blipFill>
                <a:blip r:embed="rId2"/>
                <a:stretch>
                  <a:fillRect l="-1795" b="-1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C1068638-3837-FF57-2E31-F4863ADCCD40}"/>
              </a:ext>
            </a:extLst>
          </p:cNvPr>
          <p:cNvSpPr txBox="1"/>
          <p:nvPr/>
        </p:nvSpPr>
        <p:spPr>
          <a:xfrm>
            <a:off x="1460222" y="2258284"/>
            <a:ext cx="9271555" cy="2471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4"/>
                </a:solidFill>
                <a:latin typeface="Aptos" panose="020B0004020202020204" pitchFamily="34" charset="0"/>
              </a:rPr>
              <a:t>GC</a:t>
            </a:r>
            <a:r>
              <a:rPr lang="en-US" sz="2000">
                <a:latin typeface="Aptos" panose="020B0004020202020204" pitchFamily="34" charset="0"/>
              </a:rPr>
              <a:t> = Guaranteed Capability (MWh)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1"/>
                </a:solidFill>
                <a:latin typeface="Aptos" panose="020B0004020202020204" pitchFamily="34" charset="0"/>
              </a:rPr>
              <a:t>TDE</a:t>
            </a:r>
            <a:r>
              <a:rPr lang="en-US" sz="2000">
                <a:latin typeface="Aptos" panose="020B0004020202020204" pitchFamily="34" charset="0"/>
              </a:rPr>
              <a:t> = Tested Duration Energy (MWh)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tx2"/>
                </a:solidFill>
                <a:latin typeface="Aptos" panose="020B0004020202020204" pitchFamily="34" charset="0"/>
              </a:rPr>
              <a:t>RER</a:t>
            </a:r>
            <a:r>
              <a:rPr lang="en-US" sz="2000">
                <a:latin typeface="Aptos" panose="020B0004020202020204" pitchFamily="34" charset="0"/>
              </a:rPr>
              <a:t> = Replacement Energy Rate of $170/ MWh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rgbClr val="436120"/>
                </a:solidFill>
                <a:latin typeface="Aptos" panose="020B0004020202020204" pitchFamily="34" charset="0"/>
              </a:rPr>
              <a:t>CPP</a:t>
            </a:r>
            <a:r>
              <a:rPr lang="en-US" sz="2000">
                <a:latin typeface="Aptos" panose="020B0004020202020204" pitchFamily="34" charset="0"/>
              </a:rPr>
              <a:t> = Capability Payment Price applicable to such Agreement Year ($/MW-month)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EC4379-A0F3-8084-B44D-B16C99416E9D}"/>
                  </a:ext>
                </a:extLst>
              </p:cNvPr>
              <p:cNvSpPr txBox="1"/>
              <p:nvPr/>
            </p:nvSpPr>
            <p:spPr>
              <a:xfrm>
                <a:off x="838200" y="6027253"/>
                <a:ext cx="3715775" cy="6581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30.33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𝐷𝑎𝑦𝑠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𝑀𝑜𝑛𝑡h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𝐻𝑜𝑢𝑟𝑠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𝐷𝑎𝑦</m:t>
                          </m:r>
                        </m:den>
                      </m:f>
                    </m:oMath>
                  </m:oMathPara>
                </a14:m>
                <a:endParaRPr lang="en-US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7EC4379-A0F3-8084-B44D-B16C99416E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27253"/>
                <a:ext cx="3715775" cy="658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398735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222E7C-EB57-07AF-3EFD-33E30B801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71679-0FF8-E024-6091-CD360A782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Guaranteed Capability Benchmark - Repercussions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7D0DA4-109A-B4FD-5F36-2F3674F87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C3CA215-76A5-37E6-CDAB-907445DA2DBD}"/>
              </a:ext>
            </a:extLst>
          </p:cNvPr>
          <p:cNvSpPr txBox="1"/>
          <p:nvPr/>
        </p:nvSpPr>
        <p:spPr>
          <a:xfrm>
            <a:off x="1201783" y="1747481"/>
            <a:ext cx="862148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latin typeface="Aptos" panose="020B0004020202020204" pitchFamily="34" charset="0"/>
              </a:rPr>
              <a:t>Everyday</a:t>
            </a:r>
            <a:r>
              <a:rPr lang="en-US" altLang="en-US" sz="2400">
                <a:latin typeface="Aptos" panose="020B0004020202020204" pitchFamily="34" charset="0"/>
              </a:rPr>
              <a:t> that energy is below the </a:t>
            </a:r>
            <a:r>
              <a:rPr lang="en-US" altLang="en-US" sz="2400" b="1">
                <a:latin typeface="Aptos" panose="020B0004020202020204" pitchFamily="34" charset="0"/>
              </a:rPr>
              <a:t>Degraded Duration Energy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latin typeface="Aptos" panose="020B0004020202020204" pitchFamily="34" charset="0"/>
              </a:rPr>
              <a:t>a fee is triggered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lang="en-US" altLang="en-US" sz="2400">
              <a:latin typeface="Aptos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>
                <a:latin typeface="Aptos" panose="020B0004020202020204" pitchFamily="34" charset="0"/>
              </a:rPr>
              <a:t>Tested Duration Energy must be reached </a:t>
            </a:r>
            <a:r>
              <a:rPr lang="en-US" altLang="en-US" sz="2400" b="1">
                <a:latin typeface="Aptos" panose="020B0004020202020204" pitchFamily="34" charset="0"/>
              </a:rPr>
              <a:t>to stop penalties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>
              <a:latin typeface="Aptos" panose="020B00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latin typeface="Aptos" panose="020B0004020202020204" pitchFamily="34" charset="0"/>
              </a:rPr>
              <a:t>Prolonged underperformance results in lost revenue and daily fees owed to PREPA</a:t>
            </a:r>
          </a:p>
        </p:txBody>
      </p:sp>
    </p:spTree>
    <p:extLst>
      <p:ext uri="{BB962C8B-B14F-4D97-AF65-F5344CB8AC3E}">
        <p14:creationId xmlns:p14="http://schemas.microsoft.com/office/powerpoint/2010/main" val="355503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BD9F54-9532-A77B-9E9B-5FD4410BA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6DA580-154C-CB64-370A-AD4DE984F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031E4E"/>
                </a:solidFill>
                <a:latin typeface="MrEavesXLModOT" panose="020B0803060502020204"/>
                <a:ea typeface="Calibri" pitchFamily="34" charset="-122"/>
                <a:cs typeface="Calibri" pitchFamily="34" charset="-120"/>
              </a:rPr>
              <a:t>Example: 375 MWh Test Result Creates Daily CLD</a:t>
            </a:r>
            <a:endParaRPr lang="en-US" sz="3200">
              <a:latin typeface="MrEavesXLModOT" panose="020B080306050202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9D159-D656-F0FB-6E61-738DB51C1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12</a:t>
            </a:fld>
            <a:endParaRPr lang="en-US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00EC614-54CC-D88C-E974-063CDE8D7BDB}"/>
              </a:ext>
            </a:extLst>
          </p:cNvPr>
          <p:cNvSpPr/>
          <p:nvPr/>
        </p:nvSpPr>
        <p:spPr>
          <a:xfrm>
            <a:off x="933427" y="1504950"/>
            <a:ext cx="3829555" cy="4475162"/>
          </a:xfrm>
          <a:prstGeom prst="rect">
            <a:avLst/>
          </a:prstGeom>
          <a:solidFill>
            <a:srgbClr val="F7F9FC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4" name="Shape 14">
            <a:extLst>
              <a:ext uri="{FF2B5EF4-FFF2-40B4-BE49-F238E27FC236}">
                <a16:creationId xmlns:a16="http://schemas.microsoft.com/office/drawing/2014/main" id="{56D56BE7-0398-ADD1-1315-0E7BEA022627}"/>
              </a:ext>
            </a:extLst>
          </p:cNvPr>
          <p:cNvSpPr/>
          <p:nvPr/>
        </p:nvSpPr>
        <p:spPr>
          <a:xfrm>
            <a:off x="4933828" y="1494913"/>
            <a:ext cx="5312780" cy="4475161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8A18C34-7EC8-19D5-3BFF-1432F1E9473B}"/>
              </a:ext>
            </a:extLst>
          </p:cNvPr>
          <p:cNvSpPr txBox="1"/>
          <p:nvPr/>
        </p:nvSpPr>
        <p:spPr>
          <a:xfrm>
            <a:off x="838200" y="5970074"/>
            <a:ext cx="10305736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latin typeface="Aptos" panose="020B0004020202020204" pitchFamily="34" charset="0"/>
              </a:rPr>
              <a:t>RESULT: $101,642.76 CLD over 30 days until capability is re-demonstrated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66BF7D2-5C75-4C5A-A1A4-983BED404AFC}"/>
              </a:ext>
            </a:extLst>
          </p:cNvPr>
          <p:cNvSpPr/>
          <p:nvPr/>
        </p:nvSpPr>
        <p:spPr>
          <a:xfrm>
            <a:off x="1206476" y="2139950"/>
            <a:ext cx="3092358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59A932B-1615-4DAA-BB77-95F543468476}"/>
              </a:ext>
            </a:extLst>
          </p:cNvPr>
          <p:cNvSpPr/>
          <p:nvPr/>
        </p:nvSpPr>
        <p:spPr>
          <a:xfrm>
            <a:off x="5225927" y="2139950"/>
            <a:ext cx="5225904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205768C-FA11-4276-BB0A-A897026669D2}"/>
              </a:ext>
            </a:extLst>
          </p:cNvPr>
          <p:cNvSpPr txBox="1"/>
          <p:nvPr/>
        </p:nvSpPr>
        <p:spPr>
          <a:xfrm>
            <a:off x="933427" y="1494913"/>
            <a:ext cx="3829555" cy="4475161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400" b="1">
                <a:solidFill>
                  <a:srgbClr val="031E4E"/>
                </a:solidFill>
                <a:latin typeface="Aptos"/>
              </a:rPr>
              <a:t>SCENARIO &amp; INPUTS</a:t>
            </a:r>
            <a:r>
              <a:rPr lang="en-US" sz="1250">
                <a:solidFill>
                  <a:srgbClr val="031E4E"/>
                </a:solidFill>
                <a:latin typeface="Aptos"/>
              </a:rPr>
              <a:t>
</a:t>
            </a:r>
            <a:r>
              <a:rPr lang="en-US">
                <a:solidFill>
                  <a:srgbClr val="031E4E"/>
                </a:solidFill>
                <a:latin typeface="Aptos"/>
              </a:rPr>
              <a:t>
An annual performance test records 375 MWh, below the 400 MWh guaranteed capability. The deficiency lasts 30 days.
</a:t>
            </a:r>
            <a:r>
              <a:rPr lang="en-US" b="1">
                <a:solidFill>
                  <a:srgbClr val="659130"/>
                </a:solidFill>
                <a:latin typeface="Aptos"/>
              </a:rPr>
              <a:t>GC</a:t>
            </a:r>
            <a:r>
              <a:rPr lang="en-US">
                <a:solidFill>
                  <a:srgbClr val="031E4E"/>
                </a:solidFill>
                <a:latin typeface="Aptos"/>
              </a:rPr>
              <a:t> = 400 MWh
</a:t>
            </a:r>
            <a:r>
              <a:rPr lang="en-US" b="1">
                <a:solidFill>
                  <a:srgbClr val="C00000"/>
                </a:solidFill>
                <a:latin typeface="Aptos"/>
              </a:rPr>
              <a:t>TDE</a:t>
            </a:r>
            <a:r>
              <a:rPr lang="en-US">
                <a:solidFill>
                  <a:srgbClr val="031E4E"/>
                </a:solidFill>
                <a:latin typeface="Aptos"/>
              </a:rPr>
              <a:t> = 375 MWh
</a:t>
            </a:r>
            <a:r>
              <a:rPr lang="en-US" b="1">
                <a:solidFill>
                  <a:srgbClr val="0956DF"/>
                </a:solidFill>
                <a:latin typeface="Aptos"/>
              </a:rPr>
              <a:t>RER</a:t>
            </a:r>
            <a:r>
              <a:rPr lang="en-US">
                <a:solidFill>
                  <a:srgbClr val="031E4E"/>
                </a:solidFill>
                <a:latin typeface="Aptos"/>
              </a:rPr>
              <a:t> = $170/MWh
</a:t>
            </a:r>
            <a:r>
              <a:rPr lang="en-US" b="1">
                <a:solidFill>
                  <a:srgbClr val="0956DF"/>
                </a:solidFill>
                <a:latin typeface="Aptos"/>
              </a:rPr>
              <a:t>CPP</a:t>
            </a:r>
            <a:r>
              <a:rPr lang="en-US">
                <a:solidFill>
                  <a:srgbClr val="031E4E"/>
                </a:solidFill>
                <a:latin typeface="Aptos"/>
              </a:rPr>
              <a:t> = $25,096/MW-month
Days = 30
</a:t>
            </a:r>
            <a:r>
              <a:rPr lang="en-US" sz="1900">
                <a:solidFill>
                  <a:srgbClr val="031E4E"/>
                </a:solidFill>
                <a:latin typeface="Aptos"/>
              </a:rPr>
              <a:t>
</a:t>
            </a:r>
            <a:r>
              <a:rPr lang="en-US" sz="1900" b="1">
                <a:solidFill>
                  <a:srgbClr val="C00000"/>
                </a:solidFill>
                <a:latin typeface="Aptos"/>
              </a:rPr>
              <a:t>TDE &lt; </a:t>
            </a:r>
            <a:r>
              <a:rPr lang="en-US" sz="1900" b="1">
                <a:solidFill>
                  <a:srgbClr val="659130"/>
                </a:solidFill>
                <a:latin typeface="Aptos"/>
              </a:rPr>
              <a:t>GC</a:t>
            </a:r>
            <a:r>
              <a:rPr lang="en-US" sz="1900" b="1">
                <a:solidFill>
                  <a:srgbClr val="C00000"/>
                </a:solidFill>
                <a:latin typeface="Aptos"/>
              </a:rPr>
              <a:t> → </a:t>
            </a:r>
            <a:r>
              <a:rPr lang="en-US" sz="1900" b="1">
                <a:solidFill>
                  <a:srgbClr val="0956DF"/>
                </a:solidFill>
                <a:latin typeface="Aptos"/>
              </a:rPr>
              <a:t>CLD</a:t>
            </a:r>
            <a:r>
              <a:rPr lang="en-US" sz="1900" b="1">
                <a:solidFill>
                  <a:srgbClr val="C00000"/>
                </a:solidFill>
                <a:latin typeface="Aptos"/>
              </a:rPr>
              <a:t> begins</a:t>
            </a:r>
            <a:r>
              <a:rPr lang="en-US" sz="1900">
                <a:solidFill>
                  <a:srgbClr val="031E4E"/>
                </a:solidFill>
                <a:latin typeface="Aptos"/>
              </a:rPr>
              <a:t>
</a:t>
            </a:r>
            <a:r>
              <a:rPr lang="en-US" sz="1900" b="1">
                <a:solidFill>
                  <a:srgbClr val="0956DF"/>
                </a:solidFill>
                <a:latin typeface="Aptos"/>
              </a:rPr>
              <a:t>CLD</a:t>
            </a:r>
            <a:r>
              <a:rPr lang="en-US" sz="1900" b="1">
                <a:solidFill>
                  <a:srgbClr val="659130"/>
                </a:solidFill>
                <a:latin typeface="Aptos"/>
              </a:rPr>
              <a:t> stops only when </a:t>
            </a:r>
            <a:r>
              <a:rPr lang="en-US" sz="1900" b="1">
                <a:solidFill>
                  <a:srgbClr val="C00000"/>
                </a:solidFill>
                <a:latin typeface="Aptos"/>
              </a:rPr>
              <a:t>TDE</a:t>
            </a:r>
            <a:r>
              <a:rPr lang="en-US" sz="1900" b="1">
                <a:solidFill>
                  <a:srgbClr val="659130"/>
                </a:solidFill>
                <a:latin typeface="Aptos"/>
              </a:rPr>
              <a:t> ≥ GC</a:t>
            </a:r>
            <a:endParaRPr lang="en-US" sz="1900">
              <a:solidFill>
                <a:srgbClr val="031E4E"/>
              </a:solidFill>
              <a:latin typeface="Apto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42FA5F7-20B9-4000-95F4-4A516FE83F2B}"/>
              </a:ext>
            </a:extLst>
          </p:cNvPr>
          <p:cNvSpPr txBox="1"/>
          <p:nvPr/>
        </p:nvSpPr>
        <p:spPr>
          <a:xfrm>
            <a:off x="4933827" y="1494913"/>
            <a:ext cx="5141935" cy="4475161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/>
          </a:bodyPr>
          <a:lstStyle/>
          <a:p>
            <a:pPr algn="l"/>
            <a:r>
              <a:rPr lang="en-US" sz="2400" b="1">
                <a:solidFill>
                  <a:srgbClr val="031E4E"/>
                </a:solidFill>
                <a:latin typeface="Aptos"/>
              </a:rPr>
              <a:t>CALCULATION PATH</a:t>
            </a:r>
            <a:r>
              <a:rPr lang="en-US">
                <a:solidFill>
                  <a:srgbClr val="031E4E"/>
                </a:solidFill>
                <a:latin typeface="Aptos"/>
              </a:rPr>
              <a:t>
1. Net rate
$170 − $25,096 ÷ 727.92 = $135.52/MWh
2. Capability shortfall
400 MWh − 375 MWh = 25 MWh
3. CLD per day and total
25 × $135.52 = $3,388.09/day; × 30 = $101,642.76</a:t>
            </a:r>
          </a:p>
          <a:p>
            <a:pPr algn="l"/>
            <a:endParaRPr lang="en-US">
              <a:solidFill>
                <a:srgbClr val="031E4E"/>
              </a:solidFill>
              <a:latin typeface="Aptos"/>
            </a:endParaRP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Total CLD – 30 Day Exposure</a:t>
            </a: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CLD = $3,388.09 x 30 days = $101,642.76</a:t>
            </a:r>
          </a:p>
        </p:txBody>
      </p:sp>
    </p:spTree>
    <p:extLst>
      <p:ext uri="{BB962C8B-B14F-4D97-AF65-F5344CB8AC3E}">
        <p14:creationId xmlns:p14="http://schemas.microsoft.com/office/powerpoint/2010/main" val="13436114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8BF6B-8356-3FC6-43DD-FD31CE5319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738467-3A7C-C43A-BE46-9217BBFCC2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Efficiency Benchmark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912614-6B2F-C1EF-6345-E3A49486B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13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0B4B1E-F825-5462-7AE8-F8F4C2CCC484}"/>
              </a:ext>
            </a:extLst>
          </p:cNvPr>
          <p:cNvSpPr txBox="1"/>
          <p:nvPr/>
        </p:nvSpPr>
        <p:spPr>
          <a:xfrm>
            <a:off x="1201783" y="1747481"/>
            <a:ext cx="8621485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Aptos" panose="020B0004020202020204" pitchFamily="34" charset="0"/>
              </a:rPr>
              <a:t>Contract requires the system to maintain </a:t>
            </a:r>
            <a:r>
              <a:rPr lang="en-US" sz="2400" b="1">
                <a:latin typeface="Aptos" panose="020B0004020202020204" pitchFamily="34" charset="0"/>
              </a:rPr>
              <a:t>a minimum efficiency level</a:t>
            </a:r>
            <a:r>
              <a:rPr lang="en-US" sz="2400">
                <a:latin typeface="Aptos" panose="020B0004020202020204" pitchFamily="34" charset="0"/>
              </a:rPr>
              <a:t> each billing period, comparing energy charged vs. discharged</a:t>
            </a:r>
          </a:p>
          <a:p>
            <a:endParaRPr lang="en-US" sz="2400">
              <a:latin typeface="Aptos" panose="020B0004020202020204" pitchFamily="34" charset="0"/>
            </a:endParaRPr>
          </a:p>
          <a:p>
            <a:r>
              <a:rPr lang="en-US" sz="2400">
                <a:latin typeface="Aptos" panose="020B0004020202020204" pitchFamily="34" charset="0"/>
              </a:rPr>
              <a:t>If the benchmark is not met, the provider is financially penalized through </a:t>
            </a:r>
            <a:r>
              <a:rPr lang="en-US" sz="2400" b="1">
                <a:latin typeface="Aptos" panose="020B0004020202020204" pitchFamily="34" charset="0"/>
              </a:rPr>
              <a:t>Efficiency Liquidated Damages </a:t>
            </a:r>
            <a:r>
              <a:rPr lang="en-US" sz="2400">
                <a:latin typeface="Aptos" panose="020B0004020202020204" pitchFamily="34" charset="0"/>
              </a:rPr>
              <a:t>based on the efficiency shortfall</a:t>
            </a:r>
          </a:p>
          <a:p>
            <a:endParaRPr lang="en-US" sz="2000">
              <a:latin typeface="Aptos" panose="020B0004020202020204" pitchFamily="34" charset="0"/>
            </a:endParaRPr>
          </a:p>
          <a:p>
            <a:endParaRPr lang="en-US" sz="2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8014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A71637-C7B9-3BD6-88FD-8DE091390A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6C62D8-44D9-79F0-BD9C-91DCB376F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Calculation of Actual Efficiency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D1C485-0454-5E95-5331-5BDA8FB06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14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7E450B-06C6-2D90-5A3B-701BCD866817}"/>
                  </a:ext>
                </a:extLst>
              </p:cNvPr>
              <p:cNvSpPr txBox="1"/>
              <p:nvPr/>
            </p:nvSpPr>
            <p:spPr>
              <a:xfrm>
                <a:off x="1201784" y="1418192"/>
                <a:ext cx="10185572" cy="108908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rgbClr val="0956DF"/>
                    </a:solidFill>
                    <a:latin typeface="Aptos" panose="020B0004020202020204" pitchFamily="34" charset="0"/>
                  </a:rPr>
                  <a:t>AE</a:t>
                </a:r>
                <a:r>
                  <a:rPr lang="en-US" sz="3600" b="1" baseline="-25000">
                    <a:solidFill>
                      <a:srgbClr val="0956DF"/>
                    </a:solidFill>
                    <a:latin typeface="Aptos" panose="020B0004020202020204" pitchFamily="34" charset="0"/>
                  </a:rPr>
                  <a:t>n</a:t>
                </a:r>
                <a:r>
                  <a:rPr lang="en-US" sz="360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3600" i="1" smtClean="0">
                            <a:solidFill>
                              <a:schemeClr val="accent4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  <m:sSub>
                          <m:sSubPr>
                            <m:ctrlPr>
                              <a:rPr lang="en-US" sz="36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600" i="1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sz="36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i="1" smtClean="0">
                                <a:solidFill>
                                  <a:srgbClr val="436120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rgbClr val="43612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srgbClr val="436120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3600" i="1">
                                    <a:solidFill>
                                      <a:srgbClr val="436120"/>
                                    </a:solidFill>
                                    <a:latin typeface="Cambria Math" panose="02040503050406030204" pitchFamily="18" charset="0"/>
                                  </a:rPr>
                                  <m:t>𝑒𝑛𝑑</m:t>
                                </m:r>
                              </m:sub>
                            </m:sSub>
                            <m:r>
                              <a:rPr lang="en-US"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3600" i="1" smtClean="0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sSub>
                              <m:sSubPr>
                                <m:ctrlPr>
                                  <a:rPr lang="en-US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𝐸</m:t>
                                </m:r>
                              </m:e>
                              <m:sub>
                                <m:r>
                                  <a:rPr lang="en-US" sz="3600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𝑏𝑒𝑔</m:t>
                                </m:r>
                              </m:sub>
                            </m:sSub>
                          </m:e>
                        </m:d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sSub>
                          <m:sSubPr>
                            <m:ctrlP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b>
                            <m:r>
                              <a:rPr lang="en-US" sz="36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den>
                    </m:f>
                  </m:oMath>
                </a14:m>
                <a:endParaRPr lang="en-US" sz="360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0A7E450B-06C6-2D90-5A3B-701BCD866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84" y="1418192"/>
                <a:ext cx="10185572" cy="1089081"/>
              </a:xfrm>
              <a:prstGeom prst="rect">
                <a:avLst/>
              </a:prstGeom>
              <a:blipFill>
                <a:blip r:embed="rId2"/>
                <a:stretch>
                  <a:fillRect l="-1795" b="-28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2BA578B8-F129-FDAB-543E-F7C3E2573804}"/>
              </a:ext>
            </a:extLst>
          </p:cNvPr>
          <p:cNvSpPr txBox="1"/>
          <p:nvPr/>
        </p:nvSpPr>
        <p:spPr>
          <a:xfrm>
            <a:off x="1352254" y="2507273"/>
            <a:ext cx="10086062" cy="24709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 err="1">
                <a:solidFill>
                  <a:schemeClr val="accent4"/>
                </a:solidFill>
                <a:latin typeface="Aptos" panose="020B0004020202020204" pitchFamily="34" charset="0"/>
              </a:rPr>
              <a:t>DE</a:t>
            </a:r>
            <a:r>
              <a:rPr lang="en-US" sz="2000" b="1" baseline="-25000" err="1">
                <a:solidFill>
                  <a:schemeClr val="accent4"/>
                </a:solidFill>
                <a:latin typeface="Aptos" panose="020B0004020202020204" pitchFamily="34" charset="0"/>
              </a:rPr>
              <a:t>n</a:t>
            </a:r>
            <a:r>
              <a:rPr lang="en-US" sz="2000">
                <a:latin typeface="Aptos" panose="020B0004020202020204" pitchFamily="34" charset="0"/>
              </a:rPr>
              <a:t> = The total Discharge Energy for Billing Period from Meter Reading (MWh)</a:t>
            </a:r>
          </a:p>
          <a:p>
            <a:pPr>
              <a:lnSpc>
                <a:spcPct val="200000"/>
              </a:lnSpc>
            </a:pPr>
            <a:r>
              <a:rPr lang="en-US" sz="2000" b="1" err="1">
                <a:solidFill>
                  <a:schemeClr val="tx2"/>
                </a:solidFill>
                <a:latin typeface="Aptos" panose="020B0004020202020204" pitchFamily="34" charset="0"/>
              </a:rPr>
              <a:t>CE</a:t>
            </a:r>
            <a:r>
              <a:rPr lang="en-US" sz="2000" b="1" baseline="-25000" err="1">
                <a:solidFill>
                  <a:schemeClr val="tx2"/>
                </a:solidFill>
                <a:latin typeface="Aptos" panose="020B0004020202020204" pitchFamily="34" charset="0"/>
              </a:rPr>
              <a:t>n</a:t>
            </a:r>
            <a:r>
              <a:rPr lang="en-US" sz="2000">
                <a:latin typeface="Aptos" panose="020B0004020202020204" pitchFamily="34" charset="0"/>
              </a:rPr>
              <a:t> = The total Discharge Energy for Billing Period from Meter Reading (MWh)</a:t>
            </a:r>
          </a:p>
          <a:p>
            <a:pPr>
              <a:lnSpc>
                <a:spcPct val="200000"/>
              </a:lnSpc>
            </a:pPr>
            <a:r>
              <a:rPr lang="en-US" sz="2000" b="1" err="1">
                <a:solidFill>
                  <a:srgbClr val="436120"/>
                </a:solidFill>
                <a:latin typeface="Aptos" panose="020B0004020202020204" pitchFamily="34" charset="0"/>
              </a:rPr>
              <a:t>AE</a:t>
            </a:r>
            <a:r>
              <a:rPr lang="en-US" sz="2000" b="1" baseline="-25000" err="1">
                <a:solidFill>
                  <a:srgbClr val="436120"/>
                </a:solidFill>
                <a:latin typeface="Aptos" panose="020B0004020202020204" pitchFamily="34" charset="0"/>
              </a:rPr>
              <a:t>end</a:t>
            </a:r>
            <a:r>
              <a:rPr lang="en-US" sz="2000">
                <a:latin typeface="Aptos" panose="020B0004020202020204" pitchFamily="34" charset="0"/>
              </a:rPr>
              <a:t> = Stored Energy Level at 23:59 on the last Day of Billing Period (MWh)</a:t>
            </a:r>
          </a:p>
          <a:p>
            <a:pPr>
              <a:lnSpc>
                <a:spcPct val="200000"/>
              </a:lnSpc>
            </a:pPr>
            <a:r>
              <a:rPr lang="en-US" sz="2000" b="1" err="1">
                <a:solidFill>
                  <a:schemeClr val="accent1"/>
                </a:solidFill>
                <a:latin typeface="Aptos" panose="020B0004020202020204" pitchFamily="34" charset="0"/>
              </a:rPr>
              <a:t>AE</a:t>
            </a:r>
            <a:r>
              <a:rPr lang="en-US" sz="2000" b="1" baseline="-25000" err="1">
                <a:solidFill>
                  <a:schemeClr val="accent1"/>
                </a:solidFill>
                <a:latin typeface="Aptos" panose="020B0004020202020204" pitchFamily="34" charset="0"/>
              </a:rPr>
              <a:t>beg</a:t>
            </a:r>
            <a:r>
              <a:rPr lang="en-US" sz="2000">
                <a:latin typeface="Aptos" panose="020B0004020202020204" pitchFamily="34" charset="0"/>
              </a:rPr>
              <a:t> = Stored Energy Level at 23:59 on the last Day of the previous Billing Period (MWh)</a:t>
            </a:r>
          </a:p>
        </p:txBody>
      </p:sp>
    </p:spTree>
    <p:extLst>
      <p:ext uri="{BB962C8B-B14F-4D97-AF65-F5344CB8AC3E}">
        <p14:creationId xmlns:p14="http://schemas.microsoft.com/office/powerpoint/2010/main" val="2978660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42E3E-2D39-F628-4B3C-16B3186C00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38FFB-EDD4-68D0-FC69-300A15A057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Efficiency Liquidated Damages ($)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905162-4BE7-95C7-2D3D-CFE08A2C0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15</a:t>
            </a:fld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05B169-97C0-6A47-AAD5-07883680F7DC}"/>
                  </a:ext>
                </a:extLst>
              </p:cNvPr>
              <p:cNvSpPr txBox="1"/>
              <p:nvPr/>
            </p:nvSpPr>
            <p:spPr>
              <a:xfrm>
                <a:off x="1201784" y="1418192"/>
                <a:ext cx="10185572" cy="8830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3600" b="1">
                    <a:solidFill>
                      <a:srgbClr val="0956DF"/>
                    </a:solidFill>
                    <a:latin typeface="Aptos" panose="020B0004020202020204" pitchFamily="34" charset="0"/>
                  </a:rPr>
                  <a:t>ELD</a:t>
                </a:r>
                <a:r>
                  <a:rPr lang="en-US" sz="3600">
                    <a:solidFill>
                      <a:srgbClr val="000000"/>
                    </a:solidFill>
                    <a:latin typeface="Aptos" panose="020B0004020202020204" pitchFamily="34" charset="0"/>
                  </a:rPr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3600" b="0" i="1" smtClean="0">
                                <a:solidFill>
                                  <a:schemeClr val="accent4"/>
                                </a:solidFill>
                                <a:latin typeface="Cambria Math" panose="02040503050406030204" pitchFamily="18" charset="0"/>
                              </a:rPr>
                              <m:t>𝐶𝐸</m:t>
                            </m:r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 −</m:t>
                            </m:r>
                            <m:r>
                              <a:rPr lang="en-US" sz="3600" b="0" i="1" smtClean="0">
                                <a:solidFill>
                                  <a:srgbClr val="7030A0"/>
                                </a:solidFill>
                                <a:latin typeface="Cambria Math" panose="02040503050406030204" pitchFamily="18" charset="0"/>
                              </a:rPr>
                              <m:t>𝐺𝐸</m:t>
                            </m:r>
                          </m:e>
                        </m:d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3600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𝐷𝐸</m:t>
                        </m:r>
                      </m:e>
                    </m:d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×(</m:t>
                    </m:r>
                    <m:r>
                      <a:rPr lang="en-US" sz="3600" b="0" i="1" smtClean="0">
                        <a:solidFill>
                          <a:schemeClr val="tx2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𝑅𝐸𝑅</m:t>
                    </m:r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− </m:t>
                    </m:r>
                    <m:f>
                      <m:fPr>
                        <m:ctrlP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3600" b="0" i="1" smtClean="0">
                            <a:solidFill>
                              <a:srgbClr val="43612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𝐶𝑃𝑃</m:t>
                        </m:r>
                      </m:num>
                      <m:den>
                        <m:r>
                          <a:rPr lang="en-US" sz="3600" b="0" i="1" smtClean="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72</m:t>
                        </m:r>
                        <m:sSup>
                          <m:sSupPr>
                            <m:ctrlP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8</m:t>
                            </m:r>
                          </m:e>
                          <m:sup>
                            <m:r>
                              <a:rPr lang="en-US" sz="36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∗</m:t>
                            </m:r>
                          </m:sup>
                        </m:sSup>
                      </m:den>
                    </m:f>
                    <m:r>
                      <a:rPr lang="en-US" sz="3600" b="0" i="1" smtClean="0">
                        <a:solidFill>
                          <a:srgbClr val="00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3600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505B169-97C0-6A47-AAD5-07883680F7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1784" y="1418192"/>
                <a:ext cx="10185572" cy="883062"/>
              </a:xfrm>
              <a:prstGeom prst="rect">
                <a:avLst/>
              </a:prstGeom>
              <a:blipFill>
                <a:blip r:embed="rId2"/>
                <a:stretch>
                  <a:fillRect l="-1795" b="-1241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>
            <a:extLst>
              <a:ext uri="{FF2B5EF4-FFF2-40B4-BE49-F238E27FC236}">
                <a16:creationId xmlns:a16="http://schemas.microsoft.com/office/drawing/2014/main" id="{784D1193-2DAF-FE99-F210-7CDF73B1FCC2}"/>
              </a:ext>
            </a:extLst>
          </p:cNvPr>
          <p:cNvSpPr txBox="1"/>
          <p:nvPr/>
        </p:nvSpPr>
        <p:spPr>
          <a:xfrm>
            <a:off x="1460222" y="2352553"/>
            <a:ext cx="9271555" cy="3087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4"/>
                </a:solidFill>
                <a:latin typeface="Aptos" panose="020B0004020202020204" pitchFamily="34" charset="0"/>
              </a:rPr>
              <a:t>CE</a:t>
            </a:r>
            <a:r>
              <a:rPr lang="en-US" sz="2000">
                <a:latin typeface="Aptos" panose="020B0004020202020204" pitchFamily="34" charset="0"/>
              </a:rPr>
              <a:t> = The total Charge Energy for the Billing Period as Metered (MWh)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rgbClr val="7030A0"/>
                </a:solidFill>
                <a:latin typeface="Aptos" panose="020B0004020202020204" pitchFamily="34" charset="0"/>
              </a:rPr>
              <a:t>GE</a:t>
            </a:r>
            <a:r>
              <a:rPr lang="en-US" sz="2000">
                <a:latin typeface="Aptos" panose="020B0004020202020204" pitchFamily="34" charset="0"/>
              </a:rPr>
              <a:t> = Guaranteed Efficiency (MWh)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accent1"/>
                </a:solidFill>
                <a:latin typeface="Aptos" panose="020B0004020202020204" pitchFamily="34" charset="0"/>
              </a:rPr>
              <a:t>DE</a:t>
            </a:r>
            <a:r>
              <a:rPr lang="en-US" sz="2000">
                <a:latin typeface="Aptos" panose="020B0004020202020204" pitchFamily="34" charset="0"/>
              </a:rPr>
              <a:t> = T</a:t>
            </a:r>
            <a:r>
              <a:rPr lang="en-US" sz="2000"/>
              <a:t>he total Discharge Energy for the Billing Period as Metered (MWh)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chemeClr val="tx2"/>
                </a:solidFill>
                <a:latin typeface="Aptos" panose="020B0004020202020204" pitchFamily="34" charset="0"/>
              </a:rPr>
              <a:t>RER</a:t>
            </a:r>
            <a:r>
              <a:rPr lang="en-US" sz="2000">
                <a:latin typeface="Aptos" panose="020B0004020202020204" pitchFamily="34" charset="0"/>
              </a:rPr>
              <a:t> = Replacement Energy Rate of $170/ MWh</a:t>
            </a:r>
          </a:p>
          <a:p>
            <a:pPr>
              <a:lnSpc>
                <a:spcPct val="200000"/>
              </a:lnSpc>
            </a:pPr>
            <a:r>
              <a:rPr lang="en-US" sz="2000" b="1">
                <a:solidFill>
                  <a:srgbClr val="436120"/>
                </a:solidFill>
                <a:latin typeface="Aptos" panose="020B0004020202020204" pitchFamily="34" charset="0"/>
              </a:rPr>
              <a:t>CPP</a:t>
            </a:r>
            <a:r>
              <a:rPr lang="en-US" sz="2000">
                <a:latin typeface="Aptos" panose="020B0004020202020204" pitchFamily="34" charset="0"/>
              </a:rPr>
              <a:t> = Capability Payment Price applicable to such Agreement Year ($/MW-month)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42B9E0-1D54-7FF2-E0C4-7607AD9B5EC1}"/>
                  </a:ext>
                </a:extLst>
              </p:cNvPr>
              <p:cNvSpPr txBox="1"/>
              <p:nvPr/>
            </p:nvSpPr>
            <p:spPr>
              <a:xfrm>
                <a:off x="838200" y="6027253"/>
                <a:ext cx="3715775" cy="658194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72</m:t>
                      </m:r>
                      <m:sSup>
                        <m:sSup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8</m:t>
                          </m:r>
                        </m:e>
                        <m:sup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 30.33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𝐷𝑎𝑦𝑠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𝑀𝑜𝑛𝑡h</m:t>
                          </m:r>
                        </m:den>
                      </m:f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×24 </m:t>
                      </m:r>
                      <m:f>
                        <m:fPr>
                          <m:ctrlP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𝐻𝑜𝑢𝑟𝑠</m:t>
                          </m:r>
                        </m:num>
                        <m:den>
                          <m:r>
                            <a:rPr lang="en-US" b="0" i="1" smtClean="0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𝐷𝑎𝑦</m:t>
                          </m:r>
                        </m:den>
                      </m:f>
                    </m:oMath>
                  </m:oMathPara>
                </a14:m>
                <a:endParaRPr lang="en-US">
                  <a:solidFill>
                    <a:srgbClr val="000000"/>
                  </a:solidFill>
                  <a:latin typeface="Aptos" panose="020B0004020202020204" pitchFamily="34" charset="0"/>
                </a:endParaRP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42B9E0-1D54-7FF2-E0C4-7607AD9B5E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027253"/>
                <a:ext cx="3715775" cy="65819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1905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89887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CD3E0-349B-68EA-2110-79016CFC6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C2866-AC96-5E3D-6F6C-CE32AEAA92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>
                <a:solidFill>
                  <a:srgbClr val="031E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81.1% Actual Efficiency Triggers ELD</a:t>
            </a:r>
            <a:endParaRPr lang="en-US" sz="32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2D652C-AD9B-D917-4B14-4349163265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16</a:t>
            </a:fld>
            <a:endParaRPr lang="en-US"/>
          </a:p>
        </p:txBody>
      </p:sp>
      <p:sp>
        <p:nvSpPr>
          <p:cNvPr id="27" name="Text 2"/>
          <p:cNvSpPr/>
          <p:nvPr/>
        </p:nvSpPr>
        <p:spPr>
          <a:xfrm>
            <a:off x="933427" y="838200"/>
            <a:ext cx="4903268" cy="2770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92500" lnSpcReduction="10000"/>
          </a:bodyPr>
          <a:lstStyle/>
          <a:p>
            <a:pPr marL="0" indent="0" algn="l">
              <a:buNone/>
            </a:pPr>
            <a:endParaRPr lang="en-US" sz="2077"/>
          </a:p>
        </p:txBody>
      </p:sp>
      <p:sp>
        <p:nvSpPr>
          <p:cNvPr id="28" name="Shape 3"/>
          <p:cNvSpPr/>
          <p:nvPr/>
        </p:nvSpPr>
        <p:spPr>
          <a:xfrm>
            <a:off x="933427" y="1504950"/>
            <a:ext cx="3864279" cy="4475162"/>
          </a:xfrm>
          <a:prstGeom prst="rect">
            <a:avLst/>
          </a:prstGeom>
          <a:solidFill>
            <a:srgbClr val="F7F9FC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14"/>
          <p:cNvSpPr/>
          <p:nvPr/>
        </p:nvSpPr>
        <p:spPr>
          <a:xfrm>
            <a:off x="5070756" y="1504950"/>
            <a:ext cx="5120754" cy="45148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79C92BB-F473-4885-8848-0CD25340B23B}"/>
              </a:ext>
            </a:extLst>
          </p:cNvPr>
          <p:cNvSpPr txBox="1"/>
          <p:nvPr/>
        </p:nvSpPr>
        <p:spPr>
          <a:xfrm>
            <a:off x="838200" y="5980112"/>
            <a:ext cx="8158321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latin typeface="Aptos" panose="020B0004020202020204" pitchFamily="34" charset="0"/>
              </a:rPr>
              <a:t>RESULT: $2,371.66 ELD owed to PREPA for this billing period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65724B77-D59C-4F78-9303-D8E2A3433928}"/>
              </a:ext>
            </a:extLst>
          </p:cNvPr>
          <p:cNvSpPr/>
          <p:nvPr/>
        </p:nvSpPr>
        <p:spPr>
          <a:xfrm>
            <a:off x="1206476" y="2139950"/>
            <a:ext cx="3092358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3FE04F5E-AC5A-4196-937B-767C206F0D5F}"/>
              </a:ext>
            </a:extLst>
          </p:cNvPr>
          <p:cNvSpPr/>
          <p:nvPr/>
        </p:nvSpPr>
        <p:spPr>
          <a:xfrm>
            <a:off x="5225927" y="2139950"/>
            <a:ext cx="5225904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681171D-C2F3-4738-8DB0-D6C59E84F66C}"/>
              </a:ext>
            </a:extLst>
          </p:cNvPr>
          <p:cNvSpPr txBox="1"/>
          <p:nvPr/>
        </p:nvSpPr>
        <p:spPr>
          <a:xfrm>
            <a:off x="933427" y="1494912"/>
            <a:ext cx="3864279" cy="4475162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031E4E"/>
                </a:solidFill>
                <a:latin typeface="Aptos"/>
              </a:rPr>
              <a:t>SCENARIO &amp; INPUTS</a:t>
            </a:r>
            <a:r>
              <a:rPr lang="en-US" sz="1600">
                <a:solidFill>
                  <a:srgbClr val="031E4E"/>
                </a:solidFill>
                <a:latin typeface="Aptos"/>
              </a:rPr>
              <a:t>
</a:t>
            </a:r>
            <a:r>
              <a:rPr lang="en-US">
                <a:solidFill>
                  <a:srgbClr val="031E4E"/>
                </a:solidFill>
                <a:latin typeface="Aptos"/>
              </a:rPr>
              <a:t>
The facility charges 450 MWh and discharges 365 MWh. Stored energy is unchanged.
</a:t>
            </a:r>
            <a:r>
              <a:rPr lang="en-US" b="1">
                <a:solidFill>
                  <a:srgbClr val="659130"/>
                </a:solidFill>
                <a:latin typeface="Aptos"/>
              </a:rPr>
              <a:t>GE</a:t>
            </a:r>
            <a:r>
              <a:rPr lang="en-US">
                <a:solidFill>
                  <a:srgbClr val="031E4E"/>
                </a:solidFill>
                <a:latin typeface="Aptos"/>
              </a:rPr>
              <a:t> = 85%    </a:t>
            </a:r>
            <a:r>
              <a:rPr lang="en-US" b="1">
                <a:solidFill>
                  <a:srgbClr val="C00000"/>
                </a:solidFill>
                <a:latin typeface="Aptos"/>
              </a:rPr>
              <a:t>AE =</a:t>
            </a:r>
            <a:r>
              <a:rPr lang="en-US">
                <a:solidFill>
                  <a:srgbClr val="031E4E"/>
                </a:solidFill>
                <a:latin typeface="Aptos"/>
              </a:rPr>
              <a:t> 81.1%
CE = 450 MWh    DE = 365 MWh
</a:t>
            </a:r>
            <a:r>
              <a:rPr lang="en-US" err="1">
                <a:solidFill>
                  <a:srgbClr val="031E4E"/>
                </a:solidFill>
                <a:latin typeface="Aptos"/>
              </a:rPr>
              <a:t>AEend</a:t>
            </a:r>
            <a:r>
              <a:rPr lang="en-US">
                <a:solidFill>
                  <a:srgbClr val="031E4E"/>
                </a:solidFill>
                <a:latin typeface="Aptos"/>
              </a:rPr>
              <a:t> − </a:t>
            </a:r>
            <a:r>
              <a:rPr lang="en-US" err="1">
                <a:solidFill>
                  <a:srgbClr val="031E4E"/>
                </a:solidFill>
                <a:latin typeface="Aptos"/>
              </a:rPr>
              <a:t>AEbeg</a:t>
            </a:r>
            <a:r>
              <a:rPr lang="en-US">
                <a:solidFill>
                  <a:srgbClr val="031E4E"/>
                </a:solidFill>
                <a:latin typeface="Aptos"/>
              </a:rPr>
              <a:t> = 0 MWh
</a:t>
            </a:r>
            <a:r>
              <a:rPr lang="en-US" b="1">
                <a:solidFill>
                  <a:srgbClr val="0956DF"/>
                </a:solidFill>
                <a:latin typeface="Aptos"/>
              </a:rPr>
              <a:t>RER</a:t>
            </a:r>
            <a:r>
              <a:rPr lang="en-US">
                <a:solidFill>
                  <a:srgbClr val="031E4E"/>
                </a:solidFill>
                <a:latin typeface="Aptos"/>
              </a:rPr>
              <a:t> = $170/MWh
</a:t>
            </a:r>
            <a:r>
              <a:rPr lang="en-US" b="1">
                <a:solidFill>
                  <a:srgbClr val="0956DF"/>
                </a:solidFill>
                <a:latin typeface="Aptos"/>
              </a:rPr>
              <a:t>CPP</a:t>
            </a:r>
            <a:r>
              <a:rPr lang="en-US">
                <a:solidFill>
                  <a:srgbClr val="031E4E"/>
                </a:solidFill>
                <a:latin typeface="Aptos"/>
              </a:rPr>
              <a:t> = $25,096/MW-month
</a:t>
            </a:r>
            <a:r>
              <a:rPr lang="en-US" b="1">
                <a:solidFill>
                  <a:srgbClr val="C00000"/>
                </a:solidFill>
                <a:latin typeface="Aptos"/>
              </a:rPr>
              <a:t>AE &lt;</a:t>
            </a:r>
            <a:r>
              <a:rPr lang="en-US">
                <a:solidFill>
                  <a:srgbClr val="031E4E"/>
                </a:solidFill>
                <a:latin typeface="Aptos"/>
              </a:rPr>
              <a:t> </a:t>
            </a:r>
            <a:r>
              <a:rPr lang="en-US" b="1">
                <a:solidFill>
                  <a:srgbClr val="659130"/>
                </a:solidFill>
                <a:latin typeface="Aptos"/>
              </a:rPr>
              <a:t>GE</a:t>
            </a:r>
            <a:r>
              <a:rPr lang="en-US">
                <a:solidFill>
                  <a:srgbClr val="031E4E"/>
                </a:solidFill>
                <a:latin typeface="Aptos"/>
              </a:rPr>
              <a:t> → </a:t>
            </a:r>
            <a:r>
              <a:rPr lang="en-US" b="1">
                <a:solidFill>
                  <a:srgbClr val="0956DF"/>
                </a:solidFill>
                <a:latin typeface="Aptos"/>
              </a:rPr>
              <a:t>ELD</a:t>
            </a:r>
            <a:r>
              <a:rPr lang="en-US">
                <a:solidFill>
                  <a:srgbClr val="031E4E"/>
                </a:solidFill>
                <a:latin typeface="Aptos"/>
              </a:rPr>
              <a:t> begins
</a:t>
            </a:r>
            <a:r>
              <a:rPr lang="en-US" b="1">
                <a:solidFill>
                  <a:srgbClr val="031E4E"/>
                </a:solidFill>
                <a:latin typeface="Aptos"/>
              </a:rPr>
              <a:t>Gap = −3.9 percentage points</a:t>
            </a:r>
            <a:endParaRPr lang="en-US">
              <a:solidFill>
                <a:srgbClr val="031E4E"/>
              </a:solidFill>
              <a:latin typeface="Aptos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8BA30E36-1964-4AB6-988E-2647319E3A96}"/>
              </a:ext>
            </a:extLst>
          </p:cNvPr>
          <p:cNvSpPr txBox="1"/>
          <p:nvPr/>
        </p:nvSpPr>
        <p:spPr>
          <a:xfrm>
            <a:off x="5070755" y="1504951"/>
            <a:ext cx="5120754" cy="4465124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031E4E"/>
                </a:solidFill>
                <a:latin typeface="Aptos"/>
              </a:rPr>
              <a:t>CALCULATION PATH</a:t>
            </a:r>
            <a:r>
              <a:rPr lang="en-US" sz="1600">
                <a:solidFill>
                  <a:srgbClr val="031E4E"/>
                </a:solidFill>
                <a:latin typeface="Aptos"/>
              </a:rPr>
              <a:t>
</a:t>
            </a:r>
            <a:r>
              <a:rPr lang="en-US">
                <a:solidFill>
                  <a:srgbClr val="031E4E"/>
                </a:solidFill>
                <a:latin typeface="Aptos"/>
              </a:rPr>
              <a:t>1. Actual Efficiency
(365 + 0) ÷ 450 = 81.1%
2. Net rate 
$170 − $25,096 ÷ 727.92 = $135.52/MWh</a:t>
            </a:r>
          </a:p>
          <a:p>
            <a:pPr algn="l"/>
            <a:endParaRPr lang="en-US">
              <a:solidFill>
                <a:srgbClr val="031E4E"/>
              </a:solidFill>
              <a:latin typeface="Aptos"/>
            </a:endParaRP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3. Deficit
(450 x 0.85) – 365</a:t>
            </a: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17.5 MWh</a:t>
            </a: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
4. ELD owed
(450 × 0.85) − 365 = 17.5 MWh × $135.52 = $2,371.66</a:t>
            </a:r>
          </a:p>
        </p:txBody>
      </p:sp>
    </p:spTree>
    <p:extLst>
      <p:ext uri="{BB962C8B-B14F-4D97-AF65-F5344CB8AC3E}">
        <p14:creationId xmlns:p14="http://schemas.microsoft.com/office/powerpoint/2010/main" val="3341007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593FD5-8EF3-CCEA-8B20-98C75D5C5A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245987-0B21-98BE-6DF9-D5FEEC2F53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Efficiency Benchmark - Repercussions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606062-1867-8E39-8981-936A076C42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17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C4B277-2FEB-DCEE-C191-4F2B790B2071}"/>
              </a:ext>
            </a:extLst>
          </p:cNvPr>
          <p:cNvSpPr txBox="1"/>
          <p:nvPr/>
        </p:nvSpPr>
        <p:spPr>
          <a:xfrm>
            <a:off x="1201783" y="1747481"/>
            <a:ext cx="862148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/>
              <a:t>Each billing period </a:t>
            </a:r>
            <a:r>
              <a:rPr lang="en-US" sz="2400"/>
              <a:t>if Actual Efficiency for a Billing Period falls below Guaranteed Efficiency, a fee is triggered</a:t>
            </a:r>
          </a:p>
          <a:p>
            <a:endParaRPr lang="en-US" sz="2400"/>
          </a:p>
          <a:p>
            <a:r>
              <a:rPr lang="en-US" sz="2400"/>
              <a:t>This means the provider not only loses revenue for the period, but also owes additional fees to PREPA</a:t>
            </a:r>
          </a:p>
          <a:p>
            <a:endParaRPr lang="en-US" sz="24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>
                <a:latin typeface="Aptos" panose="020B0004020202020204" pitchFamily="34" charset="0"/>
              </a:rPr>
              <a:t>Prolonged underperformance results in lost revenue and fees owed to PREPA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500390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7941F-CDD4-BFAC-A89E-C819E83A9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39ADD-9DC3-A730-579E-2FE06192BC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Ramp Rate Requirement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0FDD0F-67EA-AFB3-89AB-F85F07F0F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557B30-1EA1-6821-77D7-62F7BA6E67D9}"/>
              </a:ext>
            </a:extLst>
          </p:cNvPr>
          <p:cNvSpPr txBox="1"/>
          <p:nvPr/>
        </p:nvSpPr>
        <p:spPr>
          <a:xfrm>
            <a:off x="1201783" y="1747481"/>
            <a:ext cx="8621485" cy="35477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Contract requires the system to meet a minimum response speed, ramping </a:t>
            </a:r>
            <a:r>
              <a:rPr lang="en-US" sz="2400" b="1"/>
              <a:t>at least 10% </a:t>
            </a:r>
            <a:r>
              <a:rPr lang="en-US" sz="2400"/>
              <a:t>of its capacity per minute</a:t>
            </a:r>
          </a:p>
          <a:p>
            <a:endParaRPr lang="en-US" sz="2400"/>
          </a:p>
          <a:p>
            <a:r>
              <a:rPr lang="en-US" sz="2400"/>
              <a:t>This ensures the facility can quickly respond to grid needs and dispatch energy when required</a:t>
            </a:r>
          </a:p>
          <a:p>
            <a:endParaRPr lang="en-US" sz="2400"/>
          </a:p>
          <a:p>
            <a:r>
              <a:rPr lang="en-US" sz="2400"/>
              <a:t>If the benchmark is not met, </a:t>
            </a:r>
            <a:r>
              <a:rPr lang="en-US" sz="2400" b="1"/>
              <a:t>the system is taken offline </a:t>
            </a:r>
          </a:p>
          <a:p>
            <a:r>
              <a:rPr lang="en-US" sz="2400"/>
              <a:t>(Non-Scheduled Outage) until the issue is resolved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982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FBEE68-20DC-9C3F-D3BB-BC97404D36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174E0B-0944-7F49-E372-E00BF9A28A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Ramp Rate- Repercussions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B16BEFA-C8E2-1237-DC9E-41A0625D5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19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1F86A4-778C-DF08-6D3E-6DA7E0DFCE73}"/>
              </a:ext>
            </a:extLst>
          </p:cNvPr>
          <p:cNvSpPr txBox="1"/>
          <p:nvPr/>
        </p:nvSpPr>
        <p:spPr>
          <a:xfrm>
            <a:off x="1201783" y="1747481"/>
            <a:ext cx="8621485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/>
              <a:t>If the Facility cannot achieve the </a:t>
            </a:r>
            <a:r>
              <a:rPr lang="en-US" sz="2400" b="1"/>
              <a:t>Guaranteed Ramp Rate</a:t>
            </a:r>
            <a:r>
              <a:rPr lang="en-US" sz="2400"/>
              <a:t> </a:t>
            </a:r>
          </a:p>
          <a:p>
            <a:r>
              <a:rPr lang="en-US" sz="2400"/>
              <a:t>(10% of Degraded Duration Energy per minute), it must be placed in a </a:t>
            </a:r>
            <a:r>
              <a:rPr lang="en-US" sz="2400" b="1"/>
              <a:t>Non-Scheduled Outage</a:t>
            </a:r>
            <a:r>
              <a:rPr lang="en-US" sz="2400"/>
              <a:t> until issues are resolved</a:t>
            </a:r>
          </a:p>
          <a:p>
            <a:endParaRPr lang="en-US" sz="2400"/>
          </a:p>
          <a:p>
            <a:r>
              <a:rPr lang="en-US" sz="2400"/>
              <a:t>This </a:t>
            </a:r>
            <a:r>
              <a:rPr lang="en-US" sz="2400" b="1"/>
              <a:t>reduces Facility Availability (FA)</a:t>
            </a:r>
            <a:r>
              <a:rPr lang="en-US" sz="2400"/>
              <a:t>, which in turn </a:t>
            </a:r>
            <a:r>
              <a:rPr lang="en-US" sz="2400" b="1"/>
              <a:t>reduces the Monthly Fixed Payment (MFP)</a:t>
            </a:r>
            <a:r>
              <a:rPr lang="en-US" sz="2400"/>
              <a:t> for the Billing Period</a:t>
            </a:r>
          </a:p>
          <a:p>
            <a:endParaRPr lang="en-US" sz="2400"/>
          </a:p>
          <a:p>
            <a:endParaRPr lang="en-US" sz="2400"/>
          </a:p>
          <a:p>
            <a:r>
              <a:rPr lang="en-US" sz="2400" b="1"/>
              <a:t>Maintaining the Guaranteed Ramp Rate is critical to avoid lost revenue and reduced payments from PREPA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06109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2CA67-6613-B423-F952-BA0670FFF3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1CA12D-86B0-2734-EAFE-1B31428E2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20</a:t>
            </a:fld>
            <a:endParaRPr lang="en-US"/>
          </a:p>
        </p:txBody>
      </p:sp>
      <p:sp>
        <p:nvSpPr>
          <p:cNvPr id="8" name="Shape 3"/>
          <p:cNvSpPr/>
          <p:nvPr/>
        </p:nvSpPr>
        <p:spPr>
          <a:xfrm>
            <a:off x="933427" y="1530350"/>
            <a:ext cx="3823767" cy="4438650"/>
          </a:xfrm>
          <a:prstGeom prst="rect">
            <a:avLst/>
          </a:prstGeom>
          <a:solidFill>
            <a:srgbClr val="F7F9FC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5127585" y="1504950"/>
            <a:ext cx="5616347" cy="4464050"/>
          </a:xfrm>
          <a:prstGeom prst="rect">
            <a:avLst/>
          </a:prstGeom>
          <a:solidFill>
            <a:srgbClr val="FFFFFF"/>
          </a:solidFill>
          <a:ln w="6350">
            <a:solidFill>
              <a:srgbClr val="D9E2F2"/>
            </a:solidFill>
            <a:prstDash val="solid"/>
          </a:ln>
        </p:spPr>
        <p:txBody>
          <a:bodyPr/>
          <a:lstStyle/>
          <a:p>
            <a:endParaRPr lang="en-US"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871DB8A-A742-4FC7-B86C-85B2BB831791}"/>
              </a:ext>
            </a:extLst>
          </p:cNvPr>
          <p:cNvSpPr txBox="1"/>
          <p:nvPr/>
        </p:nvSpPr>
        <p:spPr>
          <a:xfrm>
            <a:off x="933427" y="6162675"/>
            <a:ext cx="8515469" cy="5588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en-US" sz="2000" b="1">
                <a:latin typeface="Aptos" panose="020B0004020202020204" pitchFamily="34" charset="0"/>
              </a:rPr>
              <a:t>RESULT: $401,536 monthly payment reduction from the 72-hour outage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0F1EAF82-CC8D-0AA0-2CAE-1EAA776E3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748058" cy="907084"/>
          </a:xfrm>
        </p:spPr>
        <p:txBody>
          <a:bodyPr>
            <a:noAutofit/>
          </a:bodyPr>
          <a:lstStyle/>
          <a:p>
            <a:r>
              <a:rPr lang="en-US" sz="3200">
                <a:solidFill>
                  <a:srgbClr val="031E4E"/>
                </a:solidFill>
                <a:latin typeface="Aptos"/>
                <a:ea typeface="Calibri" pitchFamily="34" charset="-122"/>
                <a:cs typeface="Calibri" pitchFamily="34" charset="-120"/>
              </a:rPr>
              <a:t>Example: Ramp Failure Reduces MFP Through Availability</a:t>
            </a:r>
            <a:endParaRPr lang="en-US" sz="3200">
              <a:solidFill>
                <a:srgbClr val="031E4E"/>
              </a:solidFill>
              <a:latin typeface="Aptos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F3A6228-2203-446D-8D0E-274D5AFC921F}"/>
              </a:ext>
            </a:extLst>
          </p:cNvPr>
          <p:cNvSpPr/>
          <p:nvPr/>
        </p:nvSpPr>
        <p:spPr>
          <a:xfrm>
            <a:off x="1206476" y="2165350"/>
            <a:ext cx="3092358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AF32D6F-DB8A-45AE-A39C-99AEF06E499F}"/>
              </a:ext>
            </a:extLst>
          </p:cNvPr>
          <p:cNvSpPr/>
          <p:nvPr/>
        </p:nvSpPr>
        <p:spPr>
          <a:xfrm>
            <a:off x="5225927" y="2139950"/>
            <a:ext cx="5225904" cy="9525"/>
          </a:xfrm>
          <a:prstGeom prst="rect">
            <a:avLst/>
          </a:prstGeom>
          <a:solidFill>
            <a:srgbClr val="DDE6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A569725-1B75-46CD-9F8B-C96D5469990F}"/>
              </a:ext>
            </a:extLst>
          </p:cNvPr>
          <p:cNvSpPr txBox="1"/>
          <p:nvPr/>
        </p:nvSpPr>
        <p:spPr>
          <a:xfrm>
            <a:off x="933427" y="1530350"/>
            <a:ext cx="3823767" cy="4438650"/>
          </a:xfrm>
          <a:prstGeom prst="rect">
            <a:avLst/>
          </a:prstGeom>
          <a:noFill/>
        </p:spPr>
        <p:txBody>
          <a:bodyPr vertOverflow="overflow" vert="horz" wrap="square" rtlCol="0" anchor="t">
            <a:normAutofit lnSpcReduction="10000"/>
          </a:bodyPr>
          <a:lstStyle/>
          <a:p>
            <a:r>
              <a:rPr lang="en-US" sz="2400" b="1">
                <a:solidFill>
                  <a:srgbClr val="031E4E"/>
                </a:solidFill>
                <a:latin typeface="Aptos"/>
              </a:rPr>
              <a:t>SCENARIO &amp; INPUTS</a:t>
            </a:r>
            <a:r>
              <a:rPr lang="en-US" sz="1550">
                <a:solidFill>
                  <a:srgbClr val="031E4E"/>
                </a:solidFill>
                <a:latin typeface="Aptos"/>
              </a:rPr>
              <a:t>
</a:t>
            </a:r>
            <a:r>
              <a:rPr lang="en-US">
                <a:solidFill>
                  <a:srgbClr val="031E4E"/>
                </a:solidFill>
                <a:latin typeface="Aptos"/>
              </a:rPr>
              <a:t>
A performance test shows </a:t>
            </a:r>
            <a:r>
              <a:rPr lang="en-US" b="1">
                <a:solidFill>
                  <a:srgbClr val="C00000"/>
                </a:solidFill>
                <a:latin typeface="Aptos"/>
              </a:rPr>
              <a:t>35 MW/min</a:t>
            </a:r>
            <a:r>
              <a:rPr lang="en-US">
                <a:solidFill>
                  <a:srgbClr val="031E4E"/>
                </a:solidFill>
                <a:latin typeface="Aptos"/>
              </a:rPr>
              <a:t> vs. the </a:t>
            </a:r>
            <a:r>
              <a:rPr lang="en-US" b="1">
                <a:solidFill>
                  <a:srgbClr val="659130"/>
                </a:solidFill>
                <a:latin typeface="Aptos"/>
              </a:rPr>
              <a:t>40 MW/min</a:t>
            </a:r>
            <a:r>
              <a:rPr lang="en-US">
                <a:solidFill>
                  <a:srgbClr val="031E4E"/>
                </a:solidFill>
                <a:latin typeface="Aptos"/>
              </a:rPr>
              <a:t> guaranteed ramp rate. Outage lasts 72 hours.
</a:t>
            </a:r>
            <a:r>
              <a:rPr lang="en-US" b="1">
                <a:solidFill>
                  <a:srgbClr val="659130"/>
                </a:solidFill>
                <a:latin typeface="Aptos"/>
              </a:rPr>
              <a:t>Guaranteed</a:t>
            </a:r>
            <a:r>
              <a:rPr lang="en-US">
                <a:solidFill>
                  <a:srgbClr val="031E4E"/>
                </a:solidFill>
                <a:latin typeface="Aptos"/>
              </a:rPr>
              <a:t> = </a:t>
            </a:r>
            <a:r>
              <a:rPr lang="en-US" b="1">
                <a:solidFill>
                  <a:srgbClr val="659130"/>
                </a:solidFill>
                <a:latin typeface="Aptos"/>
              </a:rPr>
              <a:t>40 MW/min</a:t>
            </a:r>
            <a:r>
              <a:rPr lang="en-US">
                <a:solidFill>
                  <a:srgbClr val="031E4E"/>
                </a:solidFill>
                <a:latin typeface="Aptos"/>
              </a:rPr>
              <a:t>
</a:t>
            </a:r>
            <a:r>
              <a:rPr lang="en-US" b="1">
                <a:solidFill>
                  <a:srgbClr val="C00000"/>
                </a:solidFill>
                <a:latin typeface="Aptos"/>
              </a:rPr>
              <a:t>Measured</a:t>
            </a:r>
            <a:r>
              <a:rPr lang="en-US">
                <a:solidFill>
                  <a:srgbClr val="031E4E"/>
                </a:solidFill>
                <a:latin typeface="Aptos"/>
              </a:rPr>
              <a:t> = </a:t>
            </a:r>
            <a:r>
              <a:rPr lang="en-US" b="1">
                <a:solidFill>
                  <a:srgbClr val="C00000"/>
                </a:solidFill>
                <a:latin typeface="Aptos"/>
              </a:rPr>
              <a:t>35 MW/min</a:t>
            </a:r>
            <a:r>
              <a:rPr lang="en-US">
                <a:solidFill>
                  <a:srgbClr val="031E4E"/>
                </a:solidFill>
                <a:latin typeface="Aptos"/>
              </a:rPr>
              <a:t>
Outage = 72 </a:t>
            </a:r>
            <a:r>
              <a:rPr lang="en-US" err="1">
                <a:solidFill>
                  <a:srgbClr val="031E4E"/>
                </a:solidFill>
                <a:latin typeface="Aptos"/>
              </a:rPr>
              <a:t>hrs</a:t>
            </a:r>
            <a:r>
              <a:rPr lang="en-US">
                <a:solidFill>
                  <a:srgbClr val="031E4E"/>
                </a:solidFill>
                <a:latin typeface="Aptos"/>
              </a:rPr>
              <a:t>
</a:t>
            </a:r>
            <a:r>
              <a:rPr lang="en-US" b="1">
                <a:solidFill>
                  <a:srgbClr val="0956DF"/>
                </a:solidFill>
                <a:latin typeface="Aptos"/>
              </a:rPr>
              <a:t>CPP</a:t>
            </a:r>
            <a:r>
              <a:rPr lang="en-US">
                <a:solidFill>
                  <a:srgbClr val="031E4E"/>
                </a:solidFill>
                <a:latin typeface="Aptos"/>
              </a:rPr>
              <a:t> = $25,096
MCC = 100 MW
35 &lt; 40 → outage required
</a:t>
            </a:r>
            <a:r>
              <a:rPr lang="en-US" b="1">
                <a:solidFill>
                  <a:srgbClr val="031E4E"/>
                </a:solidFill>
                <a:latin typeface="Aptos"/>
              </a:rPr>
              <a:t>No direct ramp </a:t>
            </a:r>
            <a:r>
              <a:rPr lang="en-US" b="1">
                <a:solidFill>
                  <a:srgbClr val="0956DF"/>
                </a:solidFill>
                <a:latin typeface="Aptos"/>
              </a:rPr>
              <a:t>LD</a:t>
            </a:r>
            <a:r>
              <a:rPr lang="en-US" b="1">
                <a:solidFill>
                  <a:srgbClr val="031E4E"/>
                </a:solidFill>
                <a:latin typeface="Aptos"/>
              </a:rPr>
              <a:t>; MFP reduction applies</a:t>
            </a:r>
            <a:endParaRPr lang="en-US">
              <a:solidFill>
                <a:srgbClr val="031E4E"/>
              </a:solidFill>
              <a:latin typeface="Apto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20F1E2D-5841-4062-AB2C-D1A0DFC95305}"/>
              </a:ext>
            </a:extLst>
          </p:cNvPr>
          <p:cNvSpPr txBox="1"/>
          <p:nvPr/>
        </p:nvSpPr>
        <p:spPr>
          <a:xfrm>
            <a:off x="5127584" y="1494913"/>
            <a:ext cx="5616347" cy="4474087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2400" b="1">
                <a:solidFill>
                  <a:srgbClr val="031E4E"/>
                </a:solidFill>
                <a:latin typeface="Aptos"/>
              </a:rPr>
              <a:t>CALCULATION PATH</a:t>
            </a:r>
            <a:r>
              <a:rPr lang="en-US" sz="1600">
                <a:solidFill>
                  <a:srgbClr val="031E4E"/>
                </a:solidFill>
                <a:latin typeface="Aptos"/>
              </a:rPr>
              <a:t>
</a:t>
            </a:r>
            <a:r>
              <a:rPr lang="en-US">
                <a:solidFill>
                  <a:srgbClr val="031E4E"/>
                </a:solidFill>
                <a:latin typeface="Aptos"/>
              </a:rPr>
              <a:t>1. Facility Availability
(720 − 72) ÷ 720 = 90.0%
2. Facility Availability Adjustment
100% − [(98% − 90%) × 2] = 84.0%
3. Monthly payment impact
Full MFP = $2,509,600; reduced MFP = $2,108,064</a:t>
            </a:r>
          </a:p>
          <a:p>
            <a:pPr algn="l"/>
            <a:endParaRPr lang="en-US">
              <a:solidFill>
                <a:srgbClr val="031E4E"/>
              </a:solidFill>
              <a:latin typeface="Aptos"/>
            </a:endParaRP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4. Revenue Impact</a:t>
            </a:r>
          </a:p>
          <a:p>
            <a:pPr algn="l"/>
            <a:r>
              <a:rPr lang="en-US">
                <a:solidFill>
                  <a:srgbClr val="031E4E"/>
                </a:solidFill>
                <a:latin typeface="Aptos"/>
              </a:rPr>
              <a:t>Loss = $2,509,600 - $2,108,064 = $401,536/month</a:t>
            </a:r>
          </a:p>
        </p:txBody>
      </p:sp>
    </p:spTree>
    <p:extLst>
      <p:ext uri="{BB962C8B-B14F-4D97-AF65-F5344CB8AC3E}">
        <p14:creationId xmlns:p14="http://schemas.microsoft.com/office/powerpoint/2010/main" val="409999308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70270-8AF7-7FBC-CB4A-30A7EA0D4F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ADA4C4-973B-481C-74AA-54176D61C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1E630C-11D8-078A-6CB8-03BE06DF7A19}"/>
              </a:ext>
            </a:extLst>
          </p:cNvPr>
          <p:cNvSpPr txBox="1"/>
          <p:nvPr/>
        </p:nvSpPr>
        <p:spPr>
          <a:xfrm>
            <a:off x="933450" y="774700"/>
            <a:ext cx="954405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3200" b="1">
                <a:solidFill>
                  <a:srgbClr val="031E4E"/>
                </a:solidFill>
                <a:latin typeface="MrEavesXLModOT" panose="020B0803060502020204"/>
                <a:ea typeface="Calibri"/>
                <a:cs typeface="Calibri"/>
              </a:rPr>
              <a:t>Example Calculations — What Changes Financially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4FCB411-E787-5AA1-C8DC-82B3D6F415D8}"/>
              </a:ext>
            </a:extLst>
          </p:cNvPr>
          <p:cNvSpPr txBox="1"/>
          <p:nvPr/>
        </p:nvSpPr>
        <p:spPr>
          <a:xfrm>
            <a:off x="1295400" y="1428750"/>
            <a:ext cx="9017000" cy="5842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>
                <a:solidFill>
                  <a:srgbClr val="031E4E"/>
                </a:solidFill>
                <a:latin typeface="Calibri"/>
                <a:ea typeface="Calibri"/>
                <a:cs typeface="Calibri"/>
              </a:rPr>
              <a:t>Each guarantee has a different consequence: direct liquidated damages for availability, capability, and efficiency; an outage-driven payment reduction for ramp rate.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2C46F78-5BFF-F20A-F4E1-82EB43FCDA3A}"/>
              </a:ext>
            </a:extLst>
          </p:cNvPr>
          <p:cNvSpPr/>
          <p:nvPr/>
        </p:nvSpPr>
        <p:spPr>
          <a:xfrm>
            <a:off x="1295400" y="2193925"/>
            <a:ext cx="8763000" cy="9525"/>
          </a:xfrm>
          <a:prstGeom prst="rect">
            <a:avLst/>
          </a:prstGeom>
          <a:solidFill>
            <a:srgbClr val="D9E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D533DD9-B2C1-DCDF-B406-E6312C837001}"/>
              </a:ext>
            </a:extLst>
          </p:cNvPr>
          <p:cNvSpPr txBox="1"/>
          <p:nvPr/>
        </p:nvSpPr>
        <p:spPr>
          <a:xfrm>
            <a:off x="1295400" y="2282666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1.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B4D91D0-E76B-CB2B-3375-92ACE9CB69D3}"/>
              </a:ext>
            </a:extLst>
          </p:cNvPr>
          <p:cNvSpPr txBox="1"/>
          <p:nvPr/>
        </p:nvSpPr>
        <p:spPr>
          <a:xfrm>
            <a:off x="1752600" y="2282666"/>
            <a:ext cx="1600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Availability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0A690BD-6BAB-F4AE-D1B0-B3ED79FFF87F}"/>
              </a:ext>
            </a:extLst>
          </p:cNvPr>
          <p:cNvSpPr txBox="1"/>
          <p:nvPr/>
        </p:nvSpPr>
        <p:spPr>
          <a:xfrm>
            <a:off x="3505200" y="2282666"/>
            <a:ext cx="3124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FA = 60% vs. 70% threshold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E8C8CDF-76A6-891E-9055-75F1EEF57F5E}"/>
              </a:ext>
            </a:extLst>
          </p:cNvPr>
          <p:cNvSpPr txBox="1"/>
          <p:nvPr/>
        </p:nvSpPr>
        <p:spPr>
          <a:xfrm>
            <a:off x="3505200" y="2587466"/>
            <a:ext cx="419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ALD plus MFP reduced to zero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1932115-F669-B767-1C83-11E9FF0A390E}"/>
              </a:ext>
            </a:extLst>
          </p:cNvPr>
          <p:cNvSpPr txBox="1"/>
          <p:nvPr/>
        </p:nvSpPr>
        <p:spPr>
          <a:xfrm>
            <a:off x="8407400" y="2269966"/>
            <a:ext cx="1905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659130"/>
                </a:solidFill>
                <a:latin typeface="Calibri"/>
                <a:ea typeface="Calibri"/>
                <a:cs typeface="Calibri"/>
              </a:rPr>
              <a:t>$5,420.95 ALD
MFP = $0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66BFF60-A711-0F18-40A4-CF3B520F9C3B}"/>
              </a:ext>
            </a:extLst>
          </p:cNvPr>
          <p:cNvSpPr/>
          <p:nvPr/>
        </p:nvSpPr>
        <p:spPr>
          <a:xfrm>
            <a:off x="1295400" y="2879725"/>
            <a:ext cx="8763000" cy="9525"/>
          </a:xfrm>
          <a:prstGeom prst="rect">
            <a:avLst/>
          </a:prstGeom>
          <a:solidFill>
            <a:srgbClr val="D9E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B0053-DD0F-6DAC-AD7C-B2FD9F77F122}"/>
              </a:ext>
            </a:extLst>
          </p:cNvPr>
          <p:cNvSpPr txBox="1"/>
          <p:nvPr/>
        </p:nvSpPr>
        <p:spPr>
          <a:xfrm>
            <a:off x="1295400" y="2968465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2.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23D227D-C053-6F67-0B5C-5281F34DA321}"/>
              </a:ext>
            </a:extLst>
          </p:cNvPr>
          <p:cNvSpPr txBox="1"/>
          <p:nvPr/>
        </p:nvSpPr>
        <p:spPr>
          <a:xfrm>
            <a:off x="1752600" y="2968465"/>
            <a:ext cx="1600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Capability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4342CFA-E28A-E4CF-B2F9-ED23F24499C2}"/>
              </a:ext>
            </a:extLst>
          </p:cNvPr>
          <p:cNvSpPr txBox="1"/>
          <p:nvPr/>
        </p:nvSpPr>
        <p:spPr>
          <a:xfrm>
            <a:off x="3505200" y="2968465"/>
            <a:ext cx="3124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TDE = 375 MWh vs. 400 MWh GC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F891B85-FE59-CD26-F4D7-CCA05F94D402}"/>
              </a:ext>
            </a:extLst>
          </p:cNvPr>
          <p:cNvSpPr txBox="1"/>
          <p:nvPr/>
        </p:nvSpPr>
        <p:spPr>
          <a:xfrm>
            <a:off x="3505200" y="3273265"/>
            <a:ext cx="419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Daily CLD until capability is restored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BF63414-183B-9855-2752-E15D24A4F1A6}"/>
              </a:ext>
            </a:extLst>
          </p:cNvPr>
          <p:cNvSpPr txBox="1"/>
          <p:nvPr/>
        </p:nvSpPr>
        <p:spPr>
          <a:xfrm>
            <a:off x="8407400" y="2955765"/>
            <a:ext cx="1905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659130"/>
                </a:solidFill>
                <a:latin typeface="Calibri"/>
                <a:ea typeface="Calibri"/>
                <a:cs typeface="Calibri"/>
              </a:rPr>
              <a:t>$101,642.76
over 30 days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154847-D444-32CA-875C-D779EBFD24DC}"/>
              </a:ext>
            </a:extLst>
          </p:cNvPr>
          <p:cNvSpPr/>
          <p:nvPr/>
        </p:nvSpPr>
        <p:spPr>
          <a:xfrm>
            <a:off x="1295400" y="3565525"/>
            <a:ext cx="8763000" cy="9525"/>
          </a:xfrm>
          <a:prstGeom prst="rect">
            <a:avLst/>
          </a:prstGeom>
          <a:solidFill>
            <a:srgbClr val="D9E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CBB9E7A-0D9D-4568-62EC-C08BBF52F815}"/>
              </a:ext>
            </a:extLst>
          </p:cNvPr>
          <p:cNvSpPr txBox="1"/>
          <p:nvPr/>
        </p:nvSpPr>
        <p:spPr>
          <a:xfrm>
            <a:off x="1295400" y="3660050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3.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598A37A-CE0C-C371-BC11-D3AA4BC35746}"/>
              </a:ext>
            </a:extLst>
          </p:cNvPr>
          <p:cNvSpPr txBox="1"/>
          <p:nvPr/>
        </p:nvSpPr>
        <p:spPr>
          <a:xfrm>
            <a:off x="1752600" y="3660050"/>
            <a:ext cx="1600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Efficiency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69EED7-949F-4C0C-CB9B-95287C2A49A7}"/>
              </a:ext>
            </a:extLst>
          </p:cNvPr>
          <p:cNvSpPr txBox="1"/>
          <p:nvPr/>
        </p:nvSpPr>
        <p:spPr>
          <a:xfrm>
            <a:off x="3505200" y="3660050"/>
            <a:ext cx="3124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sv-SE" sz="150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AE = 81.1% vs. 85% GE</a:t>
            </a:r>
            <a:endParaRPr lang="en-US" sz="1500">
              <a:solidFill>
                <a:srgbClr val="031E4E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338F627A-383B-3F89-233F-EC971FEA8BC8}"/>
              </a:ext>
            </a:extLst>
          </p:cNvPr>
          <p:cNvSpPr txBox="1"/>
          <p:nvPr/>
        </p:nvSpPr>
        <p:spPr>
          <a:xfrm>
            <a:off x="3505200" y="3964850"/>
            <a:ext cx="419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Energy deficit multiplied by net rate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6890C5-A784-19BA-18FF-05697ABB5D28}"/>
              </a:ext>
            </a:extLst>
          </p:cNvPr>
          <p:cNvSpPr txBox="1"/>
          <p:nvPr/>
        </p:nvSpPr>
        <p:spPr>
          <a:xfrm>
            <a:off x="8407400" y="3647350"/>
            <a:ext cx="1905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659130"/>
                </a:solidFill>
                <a:latin typeface="Calibri"/>
                <a:ea typeface="Calibri"/>
                <a:cs typeface="Calibri"/>
              </a:rPr>
              <a:t>$2,371.66 ELD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FDDFAD8-96F3-3295-940F-F6275F98A23C}"/>
              </a:ext>
            </a:extLst>
          </p:cNvPr>
          <p:cNvSpPr/>
          <p:nvPr/>
        </p:nvSpPr>
        <p:spPr>
          <a:xfrm>
            <a:off x="1295400" y="4251325"/>
            <a:ext cx="8763000" cy="9525"/>
          </a:xfrm>
          <a:prstGeom prst="rect">
            <a:avLst/>
          </a:prstGeom>
          <a:solidFill>
            <a:srgbClr val="D9E2F2"/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4FCCA1E0-955F-99A2-3098-CFAE1CC0AEE7}"/>
              </a:ext>
            </a:extLst>
          </p:cNvPr>
          <p:cNvSpPr txBox="1"/>
          <p:nvPr/>
        </p:nvSpPr>
        <p:spPr>
          <a:xfrm>
            <a:off x="1295400" y="4328492"/>
            <a:ext cx="4064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4.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F034E74-4BFE-D1F2-C5BB-47B3356A36F3}"/>
              </a:ext>
            </a:extLst>
          </p:cNvPr>
          <p:cNvSpPr txBox="1"/>
          <p:nvPr/>
        </p:nvSpPr>
        <p:spPr>
          <a:xfrm>
            <a:off x="1752600" y="4328492"/>
            <a:ext cx="1600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700" b="1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Ramp Rate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4BCC399-8E63-6B8A-A870-33DA148BB03E}"/>
              </a:ext>
            </a:extLst>
          </p:cNvPr>
          <p:cNvSpPr txBox="1"/>
          <p:nvPr/>
        </p:nvSpPr>
        <p:spPr>
          <a:xfrm>
            <a:off x="3505200" y="4328492"/>
            <a:ext cx="3124200" cy="279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sv-SE" sz="150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35 MW/min vs. 40 MW/min</a:t>
            </a:r>
            <a:endParaRPr lang="en-US" sz="1500">
              <a:solidFill>
                <a:srgbClr val="031E4E"/>
              </a:solidFill>
              <a:latin typeface="Aptos" panose="020B0004020202020204" pitchFamily="34" charset="0"/>
              <a:ea typeface="Calibri"/>
              <a:cs typeface="Calibri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ADDF060B-2C4E-12C7-E22B-285F65AC20F5}"/>
              </a:ext>
            </a:extLst>
          </p:cNvPr>
          <p:cNvSpPr txBox="1"/>
          <p:nvPr/>
        </p:nvSpPr>
        <p:spPr>
          <a:xfrm>
            <a:off x="3505200" y="4633292"/>
            <a:ext cx="4191000" cy="2540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350">
                <a:solidFill>
                  <a:srgbClr val="031E4E"/>
                </a:solidFill>
                <a:latin typeface="Aptos" panose="020B0004020202020204" pitchFamily="34" charset="0"/>
                <a:ea typeface="Calibri"/>
                <a:cs typeface="Calibri"/>
              </a:rPr>
              <a:t>No direct LD; outage lowers MFP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5C62FA3-C24A-5430-7427-91A182BA3706}"/>
              </a:ext>
            </a:extLst>
          </p:cNvPr>
          <p:cNvSpPr txBox="1"/>
          <p:nvPr/>
        </p:nvSpPr>
        <p:spPr>
          <a:xfrm>
            <a:off x="8407400" y="4315792"/>
            <a:ext cx="1905000" cy="53340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1500" b="1">
                <a:solidFill>
                  <a:srgbClr val="659130"/>
                </a:solidFill>
                <a:latin typeface="Calibri"/>
                <a:ea typeface="Calibri"/>
                <a:cs typeface="Calibri"/>
              </a:rPr>
              <a:t>$401,536
MFP reduction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9342BEE0-349B-F84C-5622-55B51804FE87}"/>
              </a:ext>
            </a:extLst>
          </p:cNvPr>
          <p:cNvSpPr txBox="1"/>
          <p:nvPr/>
        </p:nvSpPr>
        <p:spPr>
          <a:xfrm>
            <a:off x="1174750" y="5311011"/>
            <a:ext cx="9061450" cy="628650"/>
          </a:xfrm>
          <a:prstGeom prst="rect">
            <a:avLst/>
          </a:prstGeom>
          <a:noFill/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en-US" sz="2000" b="1">
                <a:solidFill>
                  <a:srgbClr val="031E4E"/>
                </a:solidFill>
                <a:latin typeface="Calibri"/>
                <a:ea typeface="Calibri"/>
                <a:cs typeface="Calibri"/>
              </a:rPr>
              <a:t>The same net-rate logic appears across the examples, but the business impact differs by guarantee type.</a:t>
            </a:r>
          </a:p>
        </p:txBody>
      </p:sp>
    </p:spTree>
    <p:extLst>
      <p:ext uri="{BB962C8B-B14F-4D97-AF65-F5344CB8AC3E}">
        <p14:creationId xmlns:p14="http://schemas.microsoft.com/office/powerpoint/2010/main" val="22069617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617A5D-FB2C-CD21-0653-DEAA7183B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2408DD-238B-F0B7-2F40-3866B5FB7F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7829"/>
            <a:ext cx="10515600" cy="907084"/>
          </a:xfrm>
        </p:spPr>
        <p:txBody>
          <a:bodyPr>
            <a:normAutofit/>
          </a:bodyPr>
          <a:lstStyle/>
          <a:p>
            <a:r>
              <a:rPr lang="en-US" sz="3200"/>
              <a:t>Facility Performance Guarantees – Summary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287133-9728-EFE5-DB15-BB1012D79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6F0AC1-2ABB-3A49-A67F-8E42243F98C5}" type="slidenum">
              <a:rPr lang="en-US" smtClean="0"/>
              <a:t>22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AF3EFBC-D5D2-823E-310D-3B26F82E76D3}"/>
              </a:ext>
            </a:extLst>
          </p:cNvPr>
          <p:cNvSpPr txBox="1"/>
          <p:nvPr/>
        </p:nvSpPr>
        <p:spPr>
          <a:xfrm>
            <a:off x="1230719" y="1494913"/>
            <a:ext cx="911787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/>
              <a:t>To avoid lost revenue and financial penalties, the Resource Provider must maintain:</a:t>
            </a:r>
          </a:p>
          <a:p>
            <a:endParaRPr lang="en-US" sz="2000"/>
          </a:p>
          <a:p>
            <a:pPr marL="457200" indent="-457200">
              <a:buFont typeface="+mj-lt"/>
              <a:buAutoNum type="arabicPeriod"/>
            </a:pPr>
            <a:r>
              <a:rPr lang="en-US" sz="2000" b="1"/>
              <a:t>Facility Availability (FA):</a:t>
            </a:r>
            <a:r>
              <a:rPr lang="en-US" sz="2000"/>
              <a:t> 70% per Billing Period to receive any Monthly Fixed Payment (MFP) and avoid Availability Liquidated Damages (ALD)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/>
              <a:t>Capability (Adjusted Duration Energy):</a:t>
            </a:r>
            <a:r>
              <a:rPr lang="en-US" sz="2000"/>
              <a:t> Must meet or exceed Guaranteed Capability (GC) to stop daily Capability Liquidated Damages (CLD)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/>
              <a:t>Efficiency:</a:t>
            </a:r>
            <a:r>
              <a:rPr lang="en-US" sz="2000"/>
              <a:t> Actual Efficiency must meet or exceed Guaranteed Efficiency to avoid Efficiency Liquidated Damages (ELD)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b="1"/>
              <a:t>Ramp Rate:</a:t>
            </a:r>
            <a:r>
              <a:rPr lang="en-US" sz="2000"/>
              <a:t> Must achieve Guaranteed Ramp Rate (10% of Degraded Duration Energy per minute) to maintain Facility Availability and full MFP</a:t>
            </a:r>
          </a:p>
          <a:p>
            <a:pPr marL="457200" indent="-457200">
              <a:buFont typeface="+mj-lt"/>
              <a:buAutoNum type="arabicPeriod"/>
            </a:pPr>
            <a:endParaRPr lang="en-US" sz="2000"/>
          </a:p>
          <a:p>
            <a:r>
              <a:rPr lang="en-US" sz="2000" b="1"/>
              <a:t>Maintaining all four benchmarks is critical to protect revenue and prevent penalties owed to PREPA</a:t>
            </a:r>
            <a:endParaRPr lang="en-US" sz="200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000" b="1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341701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1a4694">
      <a:dk1>
        <a:srgbClr val="031E4E"/>
      </a:dk1>
      <a:lt1>
        <a:srgbClr val="FFFFFF"/>
      </a:lt1>
      <a:dk2>
        <a:srgbClr val="1A4693"/>
      </a:dk2>
      <a:lt2>
        <a:srgbClr val="E7E6E6"/>
      </a:lt2>
      <a:accent1>
        <a:srgbClr val="86C041"/>
      </a:accent1>
      <a:accent2>
        <a:srgbClr val="44B9EF"/>
      </a:accent2>
      <a:accent3>
        <a:srgbClr val="A5A5A5"/>
      </a:accent3>
      <a:accent4>
        <a:srgbClr val="D36D00"/>
      </a:accent4>
      <a:accent5>
        <a:srgbClr val="5B9BD5"/>
      </a:accent5>
      <a:accent6>
        <a:srgbClr val="86C041"/>
      </a:accent6>
      <a:hlink>
        <a:srgbClr val="D36D00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6CC65A5-6EAA-3540-BFBA-80AA957CC495}" vid="{2E8B1142-DEDE-EF47-A46C-928D80CF39D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5">
    <wetp:webextensionref xmlns:r="http://schemas.openxmlformats.org/officeDocument/2006/relationships" r:id="rId1"/>
  </wetp:taskpane>
  <wetp:taskpane dockstate="right" visibility="0" width="525" row="1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1F00982E-2CE1-4DF2-8F2A-0B68AEF3159E}">
  <we:reference id="wa200010215" version="2.0.0.0" store="en-US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35DA52F1-8293-417D-8741-839245C4C494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cc1390e0-089d-4221-8b49-a89e3a7cb8f6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40de4d-4b63-4c6e-a09b-55fa4b25281a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6FACD3B66FDF418D56EF64E50F6CC9" ma:contentTypeVersion="7" ma:contentTypeDescription="Create a new document." ma:contentTypeScope="" ma:versionID="76198795184137516420b163fad61122">
  <xsd:schema xmlns:xsd="http://www.w3.org/2001/XMLSchema" xmlns:xs="http://www.w3.org/2001/XMLSchema" xmlns:p="http://schemas.microsoft.com/office/2006/metadata/properties" xmlns:ns3="2f40de4d-4b63-4c6e-a09b-55fa4b25281a" xmlns:ns4="501a87ce-7bc5-4bd4-acdd-f574e1671414" targetNamespace="http://schemas.microsoft.com/office/2006/metadata/properties" ma:root="true" ma:fieldsID="fd4601a202a162abe1f769b47c75cae3" ns3:_="" ns4:_="">
    <xsd:import namespace="2f40de4d-4b63-4c6e-a09b-55fa4b25281a"/>
    <xsd:import namespace="501a87ce-7bc5-4bd4-acdd-f574e16714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40de4d-4b63-4c6e-a09b-55fa4b25281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_activity" ma:index="10" nillable="true" ma:displayName="_activity" ma:hidden="true" ma:internalName="_activity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1a87ce-7bc5-4bd4-acdd-f574e1671414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3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572C6322-2FBD-45AD-B2D0-949EDC73C182}">
  <ds:schemaRefs>
    <ds:schemaRef ds:uri="2f40de4d-4b63-4c6e-a09b-55fa4b25281a"/>
    <ds:schemaRef ds:uri="501a87ce-7bc5-4bd4-acdd-f574e16714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6C1BD01-6703-4FB4-AF0B-5D8CDCA23D9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E235910-D2EA-4724-93B6-B4BA35210C3C}">
  <ds:schemaRefs>
    <ds:schemaRef ds:uri="2f40de4d-4b63-4c6e-a09b-55fa4b25281a"/>
    <ds:schemaRef ds:uri="501a87ce-7bc5-4bd4-acdd-f574e16714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PresentationFormat>Widescreen</PresentationFormat>
  <Slides>22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3" baseType="lpstr">
      <vt:lpstr>Office Theme</vt:lpstr>
      <vt:lpstr>        Salinas and Jobos BESS Facility Performance Guarantees</vt:lpstr>
      <vt:lpstr>Table of Contents</vt:lpstr>
      <vt:lpstr>Facility Performance Guarantees Overview</vt:lpstr>
      <vt:lpstr>Total Liquidated Damages ($)</vt:lpstr>
      <vt:lpstr>Facility Availability Benchmark</vt:lpstr>
      <vt:lpstr>Availability Liquidated Damages ($)</vt:lpstr>
      <vt:lpstr>Facility Availability Benchmark - Repercussions</vt:lpstr>
      <vt:lpstr>Example: 60% Availability Triggers ALD and Zero MFP</vt:lpstr>
      <vt:lpstr>Guaranteed Capability Benchmark</vt:lpstr>
      <vt:lpstr>Capability Liquidated Damages ($)</vt:lpstr>
      <vt:lpstr>Guaranteed Capability Benchmark - Repercussions</vt:lpstr>
      <vt:lpstr>Example: 375 MWh Test Result Creates Daily CLD</vt:lpstr>
      <vt:lpstr>Efficiency Benchmark</vt:lpstr>
      <vt:lpstr>Calculation of Actual Efficiency</vt:lpstr>
      <vt:lpstr>Efficiency Liquidated Damages ($)</vt:lpstr>
      <vt:lpstr>Example: 81.1% Actual Efficiency Triggers ELD</vt:lpstr>
      <vt:lpstr>Efficiency Benchmark - Repercussions</vt:lpstr>
      <vt:lpstr>Ramp Rate Requirement</vt:lpstr>
      <vt:lpstr>Ramp Rate- Repercussions</vt:lpstr>
      <vt:lpstr>Example: Ramp Failure Reduces MFP Through Availability</vt:lpstr>
      <vt:lpstr>PowerPoint Presentation</vt:lpstr>
      <vt:lpstr>Facility Performance Guarantees – 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Printed>2023-05-16T11:52:32Z</cp:lastPrinted>
  <dcterms:created xsi:type="dcterms:W3CDTF">2020-03-10T18:21:40Z</dcterms:created>
  <dcterms:modified xsi:type="dcterms:W3CDTF">2026-05-28T14:00:51Z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0x010100166FACD3B66FDF418D56EF64E50F6CC9</vt:lpwstr>
  </property>
</Properties>
</file>